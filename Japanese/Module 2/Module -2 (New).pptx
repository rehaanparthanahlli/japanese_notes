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62" r:id="rId4"/>
    <p:sldId id="263" r:id="rId5"/>
    <p:sldId id="264" r:id="rId6"/>
    <p:sldId id="258" r:id="rId7"/>
    <p:sldId id="265" r:id="rId8"/>
    <p:sldId id="266" r:id="rId9"/>
    <p:sldId id="257" r:id="rId10"/>
    <p:sldId id="259" r:id="rId11"/>
    <p:sldId id="267" r:id="rId12"/>
    <p:sldId id="268"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1008367"/>
          </a:xfrm>
        </p:spPr>
        <p:txBody>
          <a:bodyPr/>
          <a:lstStyle/>
          <a:p>
            <a:pPr algn="ctr"/>
            <a:r>
              <a:rPr lang="en-US" sz="4800" dirty="0" smtClean="0"/>
              <a:t>MODULE 2</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algn="l"/>
            <a:r>
              <a:rPr lang="en-US" sz="2800" dirty="0" smtClean="0"/>
              <a:t>Konnichiwa, </a:t>
            </a:r>
            <a:r>
              <a:rPr lang="en-US" sz="2800" dirty="0" err="1" smtClean="0"/>
              <a:t>Hajimemashite</a:t>
            </a:r>
            <a:endParaRPr lang="en-US" sz="2800" dirty="0" smtClean="0"/>
          </a:p>
          <a:p>
            <a:pPr algn="l"/>
            <a:r>
              <a:rPr lang="en-US" sz="1600" dirty="0" smtClean="0"/>
              <a:t>Daily </a:t>
            </a:r>
            <a:r>
              <a:rPr lang="en-US" sz="1600" dirty="0"/>
              <a:t>greetings and basic phrases to introduce yourself Express about your name, occupation, age, where you live, where you are from and what language you can speak Body Language such as bowing, pointing to your face, etc. </a:t>
            </a:r>
            <a:endParaRPr lang="en-US" sz="1600"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7502967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1008367"/>
          </a:xfrm>
        </p:spPr>
        <p:txBody>
          <a:bodyPr/>
          <a:lstStyle/>
          <a:p>
            <a:pPr algn="ctr"/>
            <a:r>
              <a:rPr lang="en-US" sz="4800" dirty="0" smtClean="0"/>
              <a:t>AISATSU (GREETINGS ) </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marL="285750" indent="-285750" algn="l">
              <a:buFont typeface="Arial" panose="020B0604020202020204" pitchFamily="34" charset="0"/>
              <a:buChar char="•"/>
            </a:pPr>
            <a:r>
              <a:rPr lang="en-US" sz="2800" dirty="0" smtClean="0">
                <a:solidFill>
                  <a:schemeClr val="tx1"/>
                </a:solidFill>
              </a:rPr>
              <a:t>Good Morning – </a:t>
            </a:r>
            <a:r>
              <a:rPr lang="en-US" sz="2800" dirty="0" err="1" smtClean="0">
                <a:solidFill>
                  <a:schemeClr val="tx1"/>
                </a:solidFill>
              </a:rPr>
              <a:t>Ohayou</a:t>
            </a:r>
            <a:r>
              <a:rPr lang="en-US" sz="2800" dirty="0" smtClean="0">
                <a:solidFill>
                  <a:schemeClr val="tx1"/>
                </a:solidFill>
              </a:rPr>
              <a:t> </a:t>
            </a:r>
            <a:r>
              <a:rPr lang="en-US" sz="2800" dirty="0" err="1" smtClean="0">
                <a:solidFill>
                  <a:schemeClr val="tx1"/>
                </a:solidFill>
              </a:rPr>
              <a:t>Gozaimasu</a:t>
            </a:r>
            <a:endParaRPr lang="en-US" sz="2800" dirty="0" smtClean="0">
              <a:solidFill>
                <a:schemeClr val="tx1"/>
              </a:solidFill>
            </a:endParaRPr>
          </a:p>
          <a:p>
            <a:pPr marL="285750" indent="-285750" algn="l">
              <a:buFont typeface="Arial" panose="020B0604020202020204" pitchFamily="34" charset="0"/>
              <a:buChar char="•"/>
            </a:pPr>
            <a:r>
              <a:rPr lang="en-US" sz="2800" dirty="0" smtClean="0">
                <a:solidFill>
                  <a:schemeClr val="tx1"/>
                </a:solidFill>
              </a:rPr>
              <a:t>Good Afternoon/Hello – Konnichiwa</a:t>
            </a:r>
          </a:p>
          <a:p>
            <a:pPr marL="285750" indent="-285750" algn="l">
              <a:buFont typeface="Arial" panose="020B0604020202020204" pitchFamily="34" charset="0"/>
              <a:buChar char="•"/>
            </a:pPr>
            <a:r>
              <a:rPr lang="en-US" sz="2800" dirty="0" smtClean="0">
                <a:solidFill>
                  <a:schemeClr val="tx1"/>
                </a:solidFill>
              </a:rPr>
              <a:t>Good Evening –Konbanwa(</a:t>
            </a:r>
            <a:r>
              <a:rPr lang="en-US" sz="2800" dirty="0" err="1" smtClean="0">
                <a:solidFill>
                  <a:schemeClr val="tx1"/>
                </a:solidFill>
              </a:rPr>
              <a:t>kombawa</a:t>
            </a:r>
            <a:r>
              <a:rPr lang="en-US" sz="2800" dirty="0" smtClean="0">
                <a:solidFill>
                  <a:schemeClr val="tx1"/>
                </a:solidFill>
              </a:rPr>
              <a:t>)</a:t>
            </a:r>
          </a:p>
          <a:p>
            <a:pPr marL="285750" indent="-285750" algn="l">
              <a:buFont typeface="Arial" panose="020B0604020202020204" pitchFamily="34" charset="0"/>
              <a:buChar char="•"/>
            </a:pPr>
            <a:r>
              <a:rPr lang="en-US" sz="2800" dirty="0" smtClean="0">
                <a:solidFill>
                  <a:schemeClr val="tx1"/>
                </a:solidFill>
              </a:rPr>
              <a:t>Good Night – </a:t>
            </a:r>
            <a:r>
              <a:rPr lang="en-US" sz="2800" dirty="0" err="1" smtClean="0">
                <a:solidFill>
                  <a:schemeClr val="tx1"/>
                </a:solidFill>
              </a:rPr>
              <a:t>Oyasumi</a:t>
            </a:r>
            <a:r>
              <a:rPr lang="en-US" sz="2800" dirty="0" smtClean="0">
                <a:solidFill>
                  <a:schemeClr val="tx1"/>
                </a:solidFill>
              </a:rPr>
              <a:t> </a:t>
            </a:r>
            <a:r>
              <a:rPr lang="en-US" sz="2800" dirty="0" err="1" smtClean="0">
                <a:solidFill>
                  <a:schemeClr val="tx1"/>
                </a:solidFill>
              </a:rPr>
              <a:t>Nasai</a:t>
            </a:r>
            <a:endParaRPr lang="en-US" sz="2800" dirty="0" smtClean="0">
              <a:solidFill>
                <a:schemeClr val="tx1"/>
              </a:solidFill>
            </a:endParaRPr>
          </a:p>
          <a:p>
            <a:pPr marL="285750" indent="-285750" algn="l">
              <a:buFont typeface="Arial" panose="020B0604020202020204" pitchFamily="34" charset="0"/>
              <a:buChar char="•"/>
            </a:pPr>
            <a:r>
              <a:rPr lang="en-US" sz="2800" dirty="0" smtClean="0">
                <a:solidFill>
                  <a:schemeClr val="tx1"/>
                </a:solidFill>
              </a:rPr>
              <a:t>Excuse me – </a:t>
            </a:r>
            <a:r>
              <a:rPr lang="en-US" sz="2800" dirty="0" err="1" smtClean="0">
                <a:solidFill>
                  <a:schemeClr val="tx1"/>
                </a:solidFill>
              </a:rPr>
              <a:t>Sumimasen</a:t>
            </a:r>
            <a:endParaRPr lang="en-US" sz="2800" dirty="0" smtClean="0">
              <a:solidFill>
                <a:schemeClr val="tx1"/>
              </a:solidFill>
            </a:endParaRPr>
          </a:p>
          <a:p>
            <a:pPr marL="285750" indent="-285750" algn="l">
              <a:buFont typeface="Arial" panose="020B0604020202020204" pitchFamily="34" charset="0"/>
              <a:buChar char="•"/>
            </a:pPr>
            <a:r>
              <a:rPr lang="en-US" sz="2800" dirty="0" smtClean="0">
                <a:solidFill>
                  <a:schemeClr val="tx1"/>
                </a:solidFill>
              </a:rPr>
              <a:t>Sorry – </a:t>
            </a:r>
            <a:r>
              <a:rPr lang="en-US" sz="2800" dirty="0" err="1" smtClean="0">
                <a:solidFill>
                  <a:schemeClr val="tx1"/>
                </a:solidFill>
              </a:rPr>
              <a:t>Gomen</a:t>
            </a:r>
            <a:r>
              <a:rPr lang="en-US" sz="2800" dirty="0" smtClean="0">
                <a:solidFill>
                  <a:schemeClr val="tx1"/>
                </a:solidFill>
              </a:rPr>
              <a:t> </a:t>
            </a:r>
            <a:r>
              <a:rPr lang="en-US" sz="2800" dirty="0" err="1" smtClean="0">
                <a:solidFill>
                  <a:schemeClr val="tx1"/>
                </a:solidFill>
              </a:rPr>
              <a:t>Nasai</a:t>
            </a:r>
            <a:endParaRPr lang="en-US" sz="2800" dirty="0" smtClean="0">
              <a:solidFill>
                <a:schemeClr val="tx1"/>
              </a:solidFill>
            </a:endParaRPr>
          </a:p>
          <a:p>
            <a:pPr marL="285750" indent="-285750" algn="l">
              <a:buFont typeface="Arial" panose="020B0604020202020204" pitchFamily="34" charset="0"/>
              <a:buChar char="•"/>
            </a:pPr>
            <a:r>
              <a:rPr lang="en-US" sz="2800" dirty="0" smtClean="0">
                <a:solidFill>
                  <a:schemeClr val="tx1"/>
                </a:solidFill>
              </a:rPr>
              <a:t>Thank you – </a:t>
            </a:r>
            <a:r>
              <a:rPr lang="en-US" sz="2800" dirty="0" err="1" smtClean="0">
                <a:solidFill>
                  <a:schemeClr val="tx1"/>
                </a:solidFill>
              </a:rPr>
              <a:t>Arigatou</a:t>
            </a:r>
            <a:r>
              <a:rPr lang="en-US" sz="2800" dirty="0" smtClean="0">
                <a:solidFill>
                  <a:schemeClr val="tx1"/>
                </a:solidFill>
              </a:rPr>
              <a:t> </a:t>
            </a:r>
            <a:r>
              <a:rPr lang="en-US" sz="2800" dirty="0" err="1" smtClean="0">
                <a:solidFill>
                  <a:schemeClr val="tx1"/>
                </a:solidFill>
              </a:rPr>
              <a:t>Gozaimasu</a:t>
            </a:r>
            <a:r>
              <a:rPr lang="en-US" sz="2800" dirty="0" smtClean="0">
                <a:solidFill>
                  <a:schemeClr val="tx1"/>
                </a:solidFill>
              </a:rPr>
              <a:t> </a:t>
            </a: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14851521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1008367"/>
          </a:xfrm>
        </p:spPr>
        <p:txBody>
          <a:bodyPr/>
          <a:lstStyle/>
          <a:p>
            <a:pPr algn="ctr"/>
            <a:r>
              <a:rPr lang="en-US" sz="4800" dirty="0" smtClean="0"/>
              <a:t>AISATSU (GREETINGS ) </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marL="285750" indent="-285750" algn="l">
              <a:buFont typeface="Arial" panose="020B0604020202020204" pitchFamily="34" charset="0"/>
              <a:buChar char="•"/>
            </a:pPr>
            <a:r>
              <a:rPr lang="en-US" sz="2300" dirty="0" smtClean="0">
                <a:solidFill>
                  <a:schemeClr val="tx1"/>
                </a:solidFill>
              </a:rPr>
              <a:t>See you – </a:t>
            </a:r>
            <a:r>
              <a:rPr lang="en-US" sz="2300" dirty="0" err="1" smtClean="0">
                <a:solidFill>
                  <a:schemeClr val="tx1"/>
                </a:solidFill>
              </a:rPr>
              <a:t>Jaa</a:t>
            </a:r>
            <a:r>
              <a:rPr lang="en-US" sz="2300" dirty="0" smtClean="0">
                <a:solidFill>
                  <a:schemeClr val="tx1"/>
                </a:solidFill>
              </a:rPr>
              <a:t> </a:t>
            </a:r>
            <a:r>
              <a:rPr lang="en-US" sz="2300" dirty="0" err="1" smtClean="0">
                <a:solidFill>
                  <a:schemeClr val="tx1"/>
                </a:solidFill>
              </a:rPr>
              <a:t>mata</a:t>
            </a:r>
            <a:endParaRPr lang="en-US" sz="2300" dirty="0" smtClean="0">
              <a:solidFill>
                <a:schemeClr val="tx1"/>
              </a:solidFill>
            </a:endParaRPr>
          </a:p>
          <a:p>
            <a:pPr marL="285750" indent="-285750" algn="l">
              <a:buFont typeface="Arial" panose="020B0604020202020204" pitchFamily="34" charset="0"/>
              <a:buChar char="•"/>
            </a:pPr>
            <a:r>
              <a:rPr lang="en-US" sz="2300" dirty="0" smtClean="0">
                <a:solidFill>
                  <a:schemeClr val="tx1"/>
                </a:solidFill>
              </a:rPr>
              <a:t>Tomorrow – </a:t>
            </a:r>
            <a:r>
              <a:rPr lang="en-US" sz="2300" dirty="0" err="1" smtClean="0">
                <a:solidFill>
                  <a:schemeClr val="tx1"/>
                </a:solidFill>
              </a:rPr>
              <a:t>Ashit</a:t>
            </a:r>
            <a:r>
              <a:rPr lang="en-US" sz="2300" dirty="0" err="1">
                <a:solidFill>
                  <a:schemeClr val="tx1"/>
                </a:solidFill>
              </a:rPr>
              <a:t>a</a:t>
            </a:r>
            <a:endParaRPr lang="en-US" sz="2300" dirty="0" smtClean="0">
              <a:solidFill>
                <a:schemeClr val="tx1"/>
              </a:solidFill>
            </a:endParaRPr>
          </a:p>
          <a:p>
            <a:pPr marL="285750" indent="-285750" algn="l">
              <a:buFont typeface="Arial" panose="020B0604020202020204" pitchFamily="34" charset="0"/>
              <a:buChar char="•"/>
            </a:pPr>
            <a:r>
              <a:rPr lang="en-US" sz="2300" dirty="0" smtClean="0">
                <a:solidFill>
                  <a:schemeClr val="tx1"/>
                </a:solidFill>
              </a:rPr>
              <a:t>Yesterday – </a:t>
            </a:r>
            <a:r>
              <a:rPr lang="en-US" sz="2300" dirty="0" err="1" smtClean="0">
                <a:solidFill>
                  <a:schemeClr val="tx1"/>
                </a:solidFill>
              </a:rPr>
              <a:t>Kinou</a:t>
            </a:r>
            <a:endParaRPr lang="en-US" sz="2300" dirty="0" smtClean="0">
              <a:solidFill>
                <a:schemeClr val="tx1"/>
              </a:solidFill>
            </a:endParaRPr>
          </a:p>
          <a:p>
            <a:pPr marL="285750" indent="-285750" algn="l">
              <a:buFont typeface="Arial" panose="020B0604020202020204" pitchFamily="34" charset="0"/>
              <a:buChar char="•"/>
            </a:pPr>
            <a:r>
              <a:rPr lang="en-US" sz="2300" dirty="0" smtClean="0">
                <a:solidFill>
                  <a:schemeClr val="tx1"/>
                </a:solidFill>
              </a:rPr>
              <a:t>Today – </a:t>
            </a:r>
            <a:r>
              <a:rPr lang="en-US" sz="2300" dirty="0" err="1" smtClean="0">
                <a:solidFill>
                  <a:schemeClr val="tx1"/>
                </a:solidFill>
              </a:rPr>
              <a:t>kyou</a:t>
            </a:r>
            <a:endParaRPr lang="en-US" sz="2300" dirty="0" smtClean="0">
              <a:solidFill>
                <a:schemeClr val="tx1"/>
              </a:solidFill>
            </a:endParaRPr>
          </a:p>
          <a:p>
            <a:pPr marL="285750" indent="-285750" algn="l">
              <a:buFont typeface="Arial" panose="020B0604020202020204" pitchFamily="34" charset="0"/>
              <a:buChar char="•"/>
            </a:pPr>
            <a:r>
              <a:rPr lang="en-US" sz="2300" dirty="0" smtClean="0">
                <a:solidFill>
                  <a:schemeClr val="tx1"/>
                </a:solidFill>
              </a:rPr>
              <a:t>Student – </a:t>
            </a:r>
            <a:r>
              <a:rPr lang="en-US" sz="2300" dirty="0" err="1" smtClean="0">
                <a:solidFill>
                  <a:schemeClr val="tx1"/>
                </a:solidFill>
              </a:rPr>
              <a:t>Gakusei</a:t>
            </a:r>
            <a:endParaRPr lang="en-US" sz="2300" dirty="0" smtClean="0">
              <a:solidFill>
                <a:schemeClr val="tx1"/>
              </a:solidFill>
            </a:endParaRPr>
          </a:p>
          <a:p>
            <a:pPr marL="285750" indent="-285750" algn="l">
              <a:buFont typeface="Arial" panose="020B0604020202020204" pitchFamily="34" charset="0"/>
              <a:buChar char="•"/>
            </a:pPr>
            <a:r>
              <a:rPr lang="en-US" sz="2400" dirty="0">
                <a:solidFill>
                  <a:schemeClr val="tx1"/>
                </a:solidFill>
              </a:rPr>
              <a:t>Yes – </a:t>
            </a:r>
            <a:r>
              <a:rPr lang="en-US" sz="2400" dirty="0" err="1">
                <a:solidFill>
                  <a:schemeClr val="tx1"/>
                </a:solidFill>
              </a:rPr>
              <a:t>Hai</a:t>
            </a:r>
            <a:endParaRPr lang="en-US" sz="2400" dirty="0">
              <a:solidFill>
                <a:schemeClr val="tx1"/>
              </a:solidFill>
            </a:endParaRPr>
          </a:p>
          <a:p>
            <a:pPr marL="285750" indent="-285750" algn="l">
              <a:buFont typeface="Arial" panose="020B0604020202020204" pitchFamily="34" charset="0"/>
              <a:buChar char="•"/>
            </a:pPr>
            <a:r>
              <a:rPr lang="en-US" sz="2400" dirty="0">
                <a:solidFill>
                  <a:schemeClr val="tx1"/>
                </a:solidFill>
              </a:rPr>
              <a:t>No – </a:t>
            </a:r>
            <a:r>
              <a:rPr lang="en-US" sz="2400" dirty="0" err="1">
                <a:solidFill>
                  <a:schemeClr val="tx1"/>
                </a:solidFill>
              </a:rPr>
              <a:t>Iie</a:t>
            </a:r>
            <a:endParaRPr lang="en-US" sz="2400" dirty="0">
              <a:solidFill>
                <a:schemeClr val="tx1"/>
              </a:solidFill>
            </a:endParaRPr>
          </a:p>
          <a:p>
            <a:pPr marL="285750" indent="-285750" algn="l">
              <a:buFont typeface="Arial" panose="020B0604020202020204" pitchFamily="34" charset="0"/>
              <a:buChar char="•"/>
            </a:pPr>
            <a:r>
              <a:rPr lang="en-US" sz="2400" dirty="0">
                <a:solidFill>
                  <a:schemeClr val="tx1"/>
                </a:solidFill>
              </a:rPr>
              <a:t>Teacher - Sensei</a:t>
            </a:r>
          </a:p>
          <a:p>
            <a:pPr marL="285750" indent="-285750" algn="l">
              <a:buFont typeface="Arial" panose="020B0604020202020204" pitchFamily="34" charset="0"/>
              <a:buChar char="•"/>
            </a:pPr>
            <a:endParaRPr lang="en-US" sz="2300"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39470052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789427"/>
          </a:xfrm>
        </p:spPr>
        <p:txBody>
          <a:bodyPr/>
          <a:lstStyle/>
          <a:p>
            <a:pPr algn="ctr"/>
            <a:r>
              <a:rPr lang="en-US" sz="4800" dirty="0" smtClean="0"/>
              <a:t>KAZU (NUMBERS ) </a:t>
            </a:r>
            <a:endParaRPr lang="en-IN" sz="4800" dirty="0"/>
          </a:p>
        </p:txBody>
      </p:sp>
      <p:sp>
        <p:nvSpPr>
          <p:cNvPr id="3" name="Subtitle 2"/>
          <p:cNvSpPr>
            <a:spLocks noGrp="1"/>
          </p:cNvSpPr>
          <p:nvPr>
            <p:ph type="subTitle" idx="1"/>
          </p:nvPr>
        </p:nvSpPr>
        <p:spPr>
          <a:xfrm>
            <a:off x="1262130" y="1197736"/>
            <a:ext cx="8011873" cy="5048518"/>
          </a:xfrm>
        </p:spPr>
        <p:txBody>
          <a:bodyPr>
            <a:normAutofit/>
          </a:bodyPr>
          <a:lstStyle/>
          <a:p>
            <a:pPr marL="285750" indent="-285750" algn="l">
              <a:buFont typeface="Arial" panose="020B0604020202020204" pitchFamily="34" charset="0"/>
              <a:buChar char="•"/>
            </a:pPr>
            <a:r>
              <a:rPr lang="en-US" sz="2000" dirty="0" err="1" smtClean="0">
                <a:solidFill>
                  <a:schemeClr val="tx1"/>
                </a:solidFill>
              </a:rPr>
              <a:t>Ichi</a:t>
            </a:r>
            <a:r>
              <a:rPr lang="en-US" sz="2000" dirty="0" smtClean="0">
                <a:solidFill>
                  <a:schemeClr val="tx1"/>
                </a:solidFill>
              </a:rPr>
              <a:t> -1 </a:t>
            </a:r>
          </a:p>
          <a:p>
            <a:pPr marL="285750" indent="-285750" algn="l">
              <a:buFont typeface="Arial" panose="020B0604020202020204" pitchFamily="34" charset="0"/>
              <a:buChar char="•"/>
            </a:pPr>
            <a:r>
              <a:rPr lang="en-US" sz="2000" dirty="0" smtClean="0">
                <a:solidFill>
                  <a:schemeClr val="tx1"/>
                </a:solidFill>
              </a:rPr>
              <a:t>Ni -2</a:t>
            </a:r>
          </a:p>
          <a:p>
            <a:pPr marL="285750" indent="-285750" algn="l">
              <a:buFont typeface="Arial" panose="020B0604020202020204" pitchFamily="34" charset="0"/>
              <a:buChar char="•"/>
            </a:pPr>
            <a:r>
              <a:rPr lang="en-US" sz="2000" dirty="0" smtClean="0">
                <a:solidFill>
                  <a:schemeClr val="tx1"/>
                </a:solidFill>
              </a:rPr>
              <a:t>San - 3</a:t>
            </a:r>
          </a:p>
          <a:p>
            <a:pPr marL="285750" indent="-285750" algn="l">
              <a:buFont typeface="Arial" panose="020B0604020202020204" pitchFamily="34" charset="0"/>
              <a:buChar char="•"/>
            </a:pPr>
            <a:r>
              <a:rPr lang="en-US" sz="2000" dirty="0" smtClean="0">
                <a:solidFill>
                  <a:schemeClr val="tx1"/>
                </a:solidFill>
              </a:rPr>
              <a:t>Yon/</a:t>
            </a:r>
            <a:r>
              <a:rPr lang="en-US" sz="2000" dirty="0" err="1" smtClean="0">
                <a:solidFill>
                  <a:schemeClr val="tx1"/>
                </a:solidFill>
              </a:rPr>
              <a:t>shi</a:t>
            </a:r>
            <a:r>
              <a:rPr lang="en-US" sz="2000" dirty="0" smtClean="0">
                <a:solidFill>
                  <a:schemeClr val="tx1"/>
                </a:solidFill>
              </a:rPr>
              <a:t> -4</a:t>
            </a:r>
          </a:p>
          <a:p>
            <a:pPr marL="285750" indent="-285750" algn="l">
              <a:buFont typeface="Arial" panose="020B0604020202020204" pitchFamily="34" charset="0"/>
              <a:buChar char="•"/>
            </a:pPr>
            <a:r>
              <a:rPr lang="en-US" sz="2000" dirty="0" smtClean="0">
                <a:solidFill>
                  <a:schemeClr val="tx1"/>
                </a:solidFill>
              </a:rPr>
              <a:t>Go- 5</a:t>
            </a:r>
          </a:p>
          <a:p>
            <a:pPr marL="285750" indent="-285750" algn="l">
              <a:buFont typeface="Arial" panose="020B0604020202020204" pitchFamily="34" charset="0"/>
              <a:buChar char="•"/>
            </a:pPr>
            <a:r>
              <a:rPr lang="en-US" sz="2000" dirty="0" err="1" smtClean="0">
                <a:solidFill>
                  <a:schemeClr val="tx1"/>
                </a:solidFill>
              </a:rPr>
              <a:t>Roku</a:t>
            </a:r>
            <a:r>
              <a:rPr lang="en-US" sz="2000" dirty="0" smtClean="0">
                <a:solidFill>
                  <a:schemeClr val="tx1"/>
                </a:solidFill>
              </a:rPr>
              <a:t> -6        </a:t>
            </a:r>
            <a:endParaRPr lang="en-US" sz="2000" dirty="0">
              <a:solidFill>
                <a:schemeClr val="tx1"/>
              </a:solidFill>
            </a:endParaRPr>
          </a:p>
          <a:p>
            <a:pPr marL="285750" indent="-285750" algn="l">
              <a:buFont typeface="Arial" panose="020B0604020202020204" pitchFamily="34" charset="0"/>
              <a:buChar char="•"/>
            </a:pPr>
            <a:r>
              <a:rPr lang="en-US" sz="2000" dirty="0" err="1" smtClean="0">
                <a:solidFill>
                  <a:schemeClr val="tx1"/>
                </a:solidFill>
              </a:rPr>
              <a:t>Shichi</a:t>
            </a:r>
            <a:r>
              <a:rPr lang="en-US" sz="2000" dirty="0" smtClean="0">
                <a:solidFill>
                  <a:schemeClr val="tx1"/>
                </a:solidFill>
              </a:rPr>
              <a:t>/Nana - 7</a:t>
            </a:r>
            <a:endParaRPr lang="en-US" sz="2000" dirty="0">
              <a:solidFill>
                <a:schemeClr val="tx1"/>
              </a:solidFill>
            </a:endParaRPr>
          </a:p>
          <a:p>
            <a:pPr marL="285750" indent="-285750" algn="l">
              <a:buFont typeface="Arial" panose="020B0604020202020204" pitchFamily="34" charset="0"/>
              <a:buChar char="•"/>
            </a:pPr>
            <a:r>
              <a:rPr lang="en-US" sz="2000" dirty="0" err="1" smtClean="0">
                <a:solidFill>
                  <a:schemeClr val="tx1"/>
                </a:solidFill>
              </a:rPr>
              <a:t>Hachi</a:t>
            </a:r>
            <a:r>
              <a:rPr lang="en-US" sz="2000" dirty="0" smtClean="0">
                <a:solidFill>
                  <a:schemeClr val="tx1"/>
                </a:solidFill>
              </a:rPr>
              <a:t> -8</a:t>
            </a:r>
          </a:p>
          <a:p>
            <a:pPr marL="285750" indent="-285750" algn="l">
              <a:buFont typeface="Arial" panose="020B0604020202020204" pitchFamily="34" charset="0"/>
              <a:buChar char="•"/>
            </a:pPr>
            <a:r>
              <a:rPr lang="en-US" sz="2000" dirty="0" smtClean="0">
                <a:solidFill>
                  <a:schemeClr val="tx1"/>
                </a:solidFill>
              </a:rPr>
              <a:t>Kyuu-9</a:t>
            </a:r>
          </a:p>
          <a:p>
            <a:pPr marL="285750" indent="-285750" algn="l">
              <a:buFont typeface="Arial" panose="020B0604020202020204" pitchFamily="34" charset="0"/>
              <a:buChar char="•"/>
            </a:pPr>
            <a:r>
              <a:rPr lang="en-US" sz="2000" dirty="0" err="1" smtClean="0">
                <a:solidFill>
                  <a:schemeClr val="tx1"/>
                </a:solidFill>
              </a:rPr>
              <a:t>Jyuu</a:t>
            </a:r>
            <a:r>
              <a:rPr lang="en-US" sz="2000" dirty="0" smtClean="0">
                <a:solidFill>
                  <a:schemeClr val="tx1"/>
                </a:solidFill>
              </a:rPr>
              <a:t> -10 </a:t>
            </a:r>
          </a:p>
          <a:p>
            <a:pPr marL="285750" indent="-285750" algn="l">
              <a:buFont typeface="Arial" panose="020B0604020202020204" pitchFamily="34" charset="0"/>
              <a:buChar char="•"/>
            </a:pPr>
            <a:r>
              <a:rPr lang="en-US" sz="2000" dirty="0" smtClean="0">
                <a:solidFill>
                  <a:schemeClr val="tx1"/>
                </a:solidFill>
              </a:rPr>
              <a:t>Zero/</a:t>
            </a:r>
            <a:r>
              <a:rPr lang="en-US" sz="2000" dirty="0" err="1" smtClean="0">
                <a:solidFill>
                  <a:schemeClr val="tx1"/>
                </a:solidFill>
              </a:rPr>
              <a:t>Rei</a:t>
            </a:r>
            <a:r>
              <a:rPr lang="en-US" sz="2000" dirty="0" smtClean="0">
                <a:solidFill>
                  <a:schemeClr val="tx1"/>
                </a:solidFill>
              </a:rPr>
              <a:t> - 0</a:t>
            </a:r>
          </a:p>
          <a:p>
            <a:pPr marL="285750" indent="-285750" algn="l">
              <a:buFont typeface="Arial" panose="020B0604020202020204" pitchFamily="34" charset="0"/>
              <a:buChar char="•"/>
            </a:pPr>
            <a:endParaRPr lang="en-US" sz="2400" dirty="0" smtClean="0">
              <a:solidFill>
                <a:schemeClr val="tx1"/>
              </a:solidFill>
            </a:endParaRPr>
          </a:p>
          <a:p>
            <a:pPr marL="285750" indent="-285750" algn="l">
              <a:buFont typeface="Arial" panose="020B0604020202020204" pitchFamily="34" charset="0"/>
              <a:buChar char="•"/>
            </a:pPr>
            <a:endParaRPr lang="en-US" sz="2400" dirty="0">
              <a:solidFill>
                <a:schemeClr val="tx1"/>
              </a:solidFill>
            </a:endParaRPr>
          </a:p>
          <a:p>
            <a:pPr marL="285750" indent="-285750" algn="l">
              <a:buFont typeface="Arial" panose="020B0604020202020204" pitchFamily="34" charset="0"/>
              <a:buChar char="•"/>
            </a:pPr>
            <a:endParaRPr lang="en-US" sz="2300"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0273011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789427"/>
          </a:xfrm>
        </p:spPr>
        <p:txBody>
          <a:bodyPr/>
          <a:lstStyle/>
          <a:p>
            <a:pPr algn="ctr"/>
            <a:r>
              <a:rPr lang="en-US" sz="4800" dirty="0" smtClean="0"/>
              <a:t>KAZU (NUMBERS ) </a:t>
            </a:r>
            <a:endParaRPr lang="en-IN" sz="4800" dirty="0"/>
          </a:p>
        </p:txBody>
      </p:sp>
      <p:sp>
        <p:nvSpPr>
          <p:cNvPr id="3" name="Subtitle 2"/>
          <p:cNvSpPr>
            <a:spLocks noGrp="1"/>
          </p:cNvSpPr>
          <p:nvPr>
            <p:ph type="subTitle" idx="1"/>
          </p:nvPr>
        </p:nvSpPr>
        <p:spPr>
          <a:xfrm>
            <a:off x="1262130" y="1197736"/>
            <a:ext cx="8011873" cy="5048518"/>
          </a:xfrm>
        </p:spPr>
        <p:txBody>
          <a:bodyPr>
            <a:normAutofit/>
          </a:bodyPr>
          <a:lstStyle/>
          <a:p>
            <a:pPr marL="285750" indent="-285750" algn="l">
              <a:buFont typeface="Arial" panose="020B0604020202020204" pitchFamily="34" charset="0"/>
              <a:buChar char="•"/>
            </a:pPr>
            <a:r>
              <a:rPr lang="en-US" sz="2400" dirty="0" smtClean="0">
                <a:solidFill>
                  <a:schemeClr val="tx1"/>
                </a:solidFill>
              </a:rPr>
              <a:t>11 – 10+1 – </a:t>
            </a:r>
            <a:r>
              <a:rPr lang="en-US" sz="2400" dirty="0" err="1" smtClean="0">
                <a:solidFill>
                  <a:schemeClr val="tx1"/>
                </a:solidFill>
              </a:rPr>
              <a:t>Jyuu</a:t>
            </a:r>
            <a:r>
              <a:rPr lang="en-US" sz="2400" dirty="0" smtClean="0">
                <a:solidFill>
                  <a:schemeClr val="tx1"/>
                </a:solidFill>
              </a:rPr>
              <a:t> </a:t>
            </a:r>
            <a:r>
              <a:rPr lang="en-US" sz="2400" dirty="0" err="1" smtClean="0">
                <a:solidFill>
                  <a:schemeClr val="tx1"/>
                </a:solidFill>
              </a:rPr>
              <a:t>ichi</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21 -2*10+1 – </a:t>
            </a:r>
            <a:r>
              <a:rPr lang="en-US" sz="2400" dirty="0" err="1" smtClean="0">
                <a:solidFill>
                  <a:schemeClr val="tx1"/>
                </a:solidFill>
              </a:rPr>
              <a:t>Nijyuu</a:t>
            </a:r>
            <a:r>
              <a:rPr lang="en-US" sz="2400" dirty="0" smtClean="0">
                <a:solidFill>
                  <a:schemeClr val="tx1"/>
                </a:solidFill>
              </a:rPr>
              <a:t> </a:t>
            </a:r>
            <a:r>
              <a:rPr lang="en-US" sz="2400" dirty="0" err="1" smtClean="0">
                <a:solidFill>
                  <a:schemeClr val="tx1"/>
                </a:solidFill>
              </a:rPr>
              <a:t>ichi</a:t>
            </a:r>
            <a:r>
              <a:rPr lang="en-US" sz="2400" dirty="0" smtClean="0">
                <a:solidFill>
                  <a:schemeClr val="tx1"/>
                </a:solidFill>
              </a:rPr>
              <a:t>        </a:t>
            </a:r>
          </a:p>
          <a:p>
            <a:pPr marL="285750" indent="-285750" algn="l">
              <a:buFont typeface="Arial" panose="020B0604020202020204" pitchFamily="34" charset="0"/>
              <a:buChar char="•"/>
            </a:pPr>
            <a:r>
              <a:rPr lang="en-US" sz="2400" dirty="0" smtClean="0">
                <a:solidFill>
                  <a:schemeClr val="tx1"/>
                </a:solidFill>
              </a:rPr>
              <a:t>100 – </a:t>
            </a:r>
            <a:r>
              <a:rPr lang="en-US" sz="2400" dirty="0" err="1" smtClean="0">
                <a:solidFill>
                  <a:schemeClr val="tx1"/>
                </a:solidFill>
              </a:rPr>
              <a:t>Hyaku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1000 – </a:t>
            </a:r>
            <a:r>
              <a:rPr lang="en-US" sz="2400" dirty="0" err="1" smtClean="0">
                <a:solidFill>
                  <a:schemeClr val="tx1"/>
                </a:solidFill>
              </a:rPr>
              <a:t>Sen</a:t>
            </a:r>
            <a:r>
              <a:rPr lang="en-US" sz="2400" dirty="0" smtClean="0">
                <a:solidFill>
                  <a:schemeClr val="tx1"/>
                </a:solidFill>
              </a:rPr>
              <a:t> </a:t>
            </a:r>
          </a:p>
          <a:p>
            <a:pPr marL="285750" indent="-285750" algn="l">
              <a:buFont typeface="Arial" panose="020B0604020202020204" pitchFamily="34" charset="0"/>
              <a:buChar char="•"/>
            </a:pPr>
            <a:r>
              <a:rPr lang="en-US" sz="2400" dirty="0" smtClean="0">
                <a:solidFill>
                  <a:schemeClr val="tx1"/>
                </a:solidFill>
              </a:rPr>
              <a:t>10000 – Man </a:t>
            </a:r>
          </a:p>
          <a:p>
            <a:pPr marL="285750" indent="-285750" algn="l">
              <a:buFont typeface="Arial" panose="020B0604020202020204" pitchFamily="34" charset="0"/>
              <a:buChar char="•"/>
            </a:pPr>
            <a:r>
              <a:rPr lang="en-US" sz="2400" dirty="0" smtClean="0">
                <a:solidFill>
                  <a:schemeClr val="tx1"/>
                </a:solidFill>
              </a:rPr>
              <a:t>Examples to try </a:t>
            </a:r>
          </a:p>
          <a:p>
            <a:pPr marL="457200" indent="-457200" algn="l">
              <a:buFont typeface="+mj-lt"/>
              <a:buAutoNum type="arabicPeriod"/>
            </a:pPr>
            <a:r>
              <a:rPr lang="en-US" sz="2400" dirty="0" smtClean="0">
                <a:solidFill>
                  <a:schemeClr val="tx1"/>
                </a:solidFill>
              </a:rPr>
              <a:t>77</a:t>
            </a:r>
          </a:p>
          <a:p>
            <a:pPr marL="457200" indent="-457200" algn="l">
              <a:buFont typeface="+mj-lt"/>
              <a:buAutoNum type="arabicPeriod"/>
            </a:pPr>
            <a:r>
              <a:rPr lang="en-US" sz="2400" dirty="0" smtClean="0">
                <a:solidFill>
                  <a:schemeClr val="tx1"/>
                </a:solidFill>
              </a:rPr>
              <a:t>54</a:t>
            </a:r>
          </a:p>
          <a:p>
            <a:pPr marL="457200" indent="-457200" algn="l">
              <a:buFont typeface="+mj-lt"/>
              <a:buAutoNum type="arabicPeriod"/>
            </a:pPr>
            <a:r>
              <a:rPr lang="en-US" sz="2400" dirty="0" smtClean="0">
                <a:solidFill>
                  <a:schemeClr val="tx1"/>
                </a:solidFill>
              </a:rPr>
              <a:t>36</a:t>
            </a:r>
          </a:p>
          <a:p>
            <a:pPr marL="457200" indent="-457200" algn="l">
              <a:buFont typeface="+mj-lt"/>
              <a:buAutoNum type="arabicPeriod"/>
            </a:pPr>
            <a:r>
              <a:rPr lang="en-US" sz="2400" dirty="0" smtClean="0">
                <a:solidFill>
                  <a:schemeClr val="tx1"/>
                </a:solidFill>
              </a:rPr>
              <a:t>48</a:t>
            </a:r>
            <a:endParaRPr lang="en-US" sz="2400" dirty="0">
              <a:solidFill>
                <a:schemeClr val="tx1"/>
              </a:solidFill>
            </a:endParaRPr>
          </a:p>
          <a:p>
            <a:pPr marL="285750" indent="-285750" algn="l">
              <a:buFont typeface="Arial" panose="020B0604020202020204" pitchFamily="34" charset="0"/>
              <a:buChar char="•"/>
            </a:pPr>
            <a:endParaRPr lang="en-US" sz="2300"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9235997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2737" y="382550"/>
            <a:ext cx="7534141" cy="1665191"/>
          </a:xfrm>
        </p:spPr>
        <p:txBody>
          <a:bodyPr/>
          <a:lstStyle/>
          <a:p>
            <a:pPr algn="ctr"/>
            <a:r>
              <a:rPr lang="en-US" dirty="0" smtClean="0"/>
              <a:t>Week days (</a:t>
            </a:r>
            <a:r>
              <a:rPr lang="en-US" dirty="0" err="1" smtClean="0"/>
              <a:t>Youbi</a:t>
            </a:r>
            <a:r>
              <a:rPr lang="en-US" dirty="0" smtClean="0"/>
              <a:t>)</a:t>
            </a:r>
            <a:br>
              <a:rPr lang="en-US" dirty="0" smtClean="0"/>
            </a:br>
            <a:endParaRPr lang="en-IN" dirty="0"/>
          </a:p>
        </p:txBody>
      </p:sp>
      <p:sp>
        <p:nvSpPr>
          <p:cNvPr id="3" name="Subtitle 2"/>
          <p:cNvSpPr>
            <a:spLocks noGrp="1"/>
          </p:cNvSpPr>
          <p:nvPr>
            <p:ph type="subTitle" idx="1"/>
          </p:nvPr>
        </p:nvSpPr>
        <p:spPr>
          <a:xfrm>
            <a:off x="1507067" y="1429555"/>
            <a:ext cx="7766936" cy="3718177"/>
          </a:xfrm>
        </p:spPr>
        <p:txBody>
          <a:bodyPr>
            <a:normAutofit/>
          </a:bodyPr>
          <a:lstStyle/>
          <a:p>
            <a:pPr marL="285750" indent="-285750" algn="l">
              <a:buFont typeface="Arial" panose="020B0604020202020204" pitchFamily="34" charset="0"/>
              <a:buChar char="•"/>
            </a:pPr>
            <a:r>
              <a:rPr lang="en-US" sz="2400" dirty="0" smtClean="0">
                <a:solidFill>
                  <a:schemeClr val="tx1"/>
                </a:solidFill>
              </a:rPr>
              <a:t>Sunday – </a:t>
            </a:r>
            <a:r>
              <a:rPr lang="en-US" sz="2400" dirty="0" err="1" smtClean="0">
                <a:solidFill>
                  <a:schemeClr val="tx1"/>
                </a:solidFill>
              </a:rPr>
              <a:t>Nichiyoubi</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Monday – </a:t>
            </a:r>
            <a:r>
              <a:rPr lang="en-US" sz="2400" dirty="0" err="1" smtClean="0">
                <a:solidFill>
                  <a:schemeClr val="tx1"/>
                </a:solidFill>
              </a:rPr>
              <a:t>Getsuyoubi</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Tuesday – </a:t>
            </a:r>
            <a:r>
              <a:rPr lang="en-US" sz="2400" dirty="0" err="1" smtClean="0">
                <a:solidFill>
                  <a:schemeClr val="tx1"/>
                </a:solidFill>
              </a:rPr>
              <a:t>Kayoubi</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Wednesday – </a:t>
            </a:r>
            <a:r>
              <a:rPr lang="en-US" sz="2400" dirty="0" err="1" smtClean="0">
                <a:solidFill>
                  <a:schemeClr val="tx1"/>
                </a:solidFill>
              </a:rPr>
              <a:t>Suiyoubi</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Thursday – </a:t>
            </a:r>
            <a:r>
              <a:rPr lang="en-US" sz="2400" dirty="0" err="1" smtClean="0">
                <a:solidFill>
                  <a:schemeClr val="tx1"/>
                </a:solidFill>
              </a:rPr>
              <a:t>Mokuyoubi</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Friday – </a:t>
            </a:r>
            <a:r>
              <a:rPr lang="en-US" sz="2400" dirty="0" err="1" smtClean="0">
                <a:solidFill>
                  <a:schemeClr val="tx1"/>
                </a:solidFill>
              </a:rPr>
              <a:t>Kin’youbi</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Saturday – </a:t>
            </a:r>
            <a:r>
              <a:rPr lang="en-US" sz="2400" dirty="0" err="1" smtClean="0">
                <a:solidFill>
                  <a:schemeClr val="tx1"/>
                </a:solidFill>
              </a:rPr>
              <a:t>Doyoubi</a:t>
            </a:r>
            <a:r>
              <a:rPr lang="en-US" sz="2400" dirty="0" smtClean="0">
                <a:solidFill>
                  <a:schemeClr val="tx1"/>
                </a:solidFill>
              </a:rPr>
              <a:t> </a:t>
            </a:r>
            <a:endParaRPr lang="en-IN" sz="2400" dirty="0">
              <a:solidFill>
                <a:schemeClr val="tx1"/>
              </a:solidFill>
            </a:endParaRPr>
          </a:p>
        </p:txBody>
      </p:sp>
    </p:spTree>
    <p:extLst>
      <p:ext uri="{BB962C8B-B14F-4D97-AF65-F5344CB8AC3E}">
        <p14:creationId xmlns:p14="http://schemas.microsoft.com/office/powerpoint/2010/main" val="10765274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28791"/>
            <a:ext cx="7173294" cy="1493948"/>
          </a:xfrm>
        </p:spPr>
        <p:txBody>
          <a:bodyPr/>
          <a:lstStyle/>
          <a:p>
            <a:pPr algn="ctr"/>
            <a:r>
              <a:rPr lang="en-US" sz="4800" dirty="0" smtClean="0"/>
              <a:t>Month(</a:t>
            </a:r>
            <a:r>
              <a:rPr lang="en-US" sz="4800" dirty="0" err="1" smtClean="0"/>
              <a:t>Gatsu</a:t>
            </a:r>
            <a:r>
              <a:rPr lang="en-US" sz="4800" dirty="0" smtClean="0"/>
              <a:t>)</a:t>
            </a:r>
            <a:br>
              <a:rPr lang="en-US" sz="4800" dirty="0" smtClean="0"/>
            </a:br>
            <a:endParaRPr lang="en-IN" sz="4800" dirty="0"/>
          </a:p>
        </p:txBody>
      </p:sp>
      <p:sp>
        <p:nvSpPr>
          <p:cNvPr id="3" name="Subtitle 2"/>
          <p:cNvSpPr>
            <a:spLocks noGrp="1"/>
          </p:cNvSpPr>
          <p:nvPr>
            <p:ph type="subTitle" idx="1"/>
          </p:nvPr>
        </p:nvSpPr>
        <p:spPr>
          <a:xfrm>
            <a:off x="1507067" y="1429555"/>
            <a:ext cx="7766936" cy="3718177"/>
          </a:xfrm>
        </p:spPr>
        <p:txBody>
          <a:bodyPr>
            <a:normAutofit/>
          </a:bodyPr>
          <a:lstStyle/>
          <a:p>
            <a:pPr marL="285750" indent="-285750" algn="l">
              <a:buFont typeface="Arial" panose="020B0604020202020204" pitchFamily="34" charset="0"/>
              <a:buChar char="•"/>
            </a:pPr>
            <a:r>
              <a:rPr lang="en-US" sz="2400" dirty="0" smtClean="0">
                <a:solidFill>
                  <a:schemeClr val="tx1"/>
                </a:solidFill>
              </a:rPr>
              <a:t>January – </a:t>
            </a:r>
            <a:r>
              <a:rPr lang="en-US" sz="2400" dirty="0" err="1" smtClean="0">
                <a:solidFill>
                  <a:schemeClr val="tx1"/>
                </a:solidFill>
              </a:rPr>
              <a:t>Ichi</a:t>
            </a:r>
            <a:r>
              <a:rPr lang="en-US" sz="2400" dirty="0" smtClean="0">
                <a:solidFill>
                  <a:schemeClr val="tx1"/>
                </a:solidFill>
              </a:rPr>
              <a:t>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February – Ni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March – San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April – Shi </a:t>
            </a:r>
            <a:r>
              <a:rPr lang="en-US" sz="2400" dirty="0" err="1" smtClean="0">
                <a:solidFill>
                  <a:schemeClr val="tx1"/>
                </a:solidFill>
              </a:rPr>
              <a:t>gatsu</a:t>
            </a:r>
            <a:r>
              <a:rPr lang="en-US" sz="2400" dirty="0" smtClean="0">
                <a:solidFill>
                  <a:schemeClr val="tx1"/>
                </a:solidFill>
              </a:rPr>
              <a:t> </a:t>
            </a:r>
          </a:p>
          <a:p>
            <a:pPr marL="285750" indent="-285750" algn="l">
              <a:buFont typeface="Arial" panose="020B0604020202020204" pitchFamily="34" charset="0"/>
              <a:buChar char="•"/>
            </a:pPr>
            <a:r>
              <a:rPr lang="en-US" sz="2400" dirty="0" smtClean="0">
                <a:solidFill>
                  <a:schemeClr val="tx1"/>
                </a:solidFill>
              </a:rPr>
              <a:t>May – Go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June – </a:t>
            </a:r>
            <a:r>
              <a:rPr lang="en-US" sz="2400" dirty="0" err="1" smtClean="0">
                <a:solidFill>
                  <a:schemeClr val="tx1"/>
                </a:solidFill>
              </a:rPr>
              <a:t>Roku</a:t>
            </a:r>
            <a:r>
              <a:rPr lang="en-US" sz="2400" dirty="0" smtClean="0">
                <a:solidFill>
                  <a:schemeClr val="tx1"/>
                </a:solidFill>
              </a:rPr>
              <a:t>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endParaRPr lang="en-IN" sz="2400" dirty="0">
              <a:solidFill>
                <a:schemeClr val="tx1"/>
              </a:solidFill>
            </a:endParaRPr>
          </a:p>
        </p:txBody>
      </p:sp>
    </p:spTree>
    <p:extLst>
      <p:ext uri="{BB962C8B-B14F-4D97-AF65-F5344CB8AC3E}">
        <p14:creationId xmlns:p14="http://schemas.microsoft.com/office/powerpoint/2010/main" val="18364590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28791"/>
            <a:ext cx="7173294" cy="1468189"/>
          </a:xfrm>
        </p:spPr>
        <p:txBody>
          <a:bodyPr/>
          <a:lstStyle/>
          <a:p>
            <a:pPr algn="ctr"/>
            <a:r>
              <a:rPr lang="en-US" sz="4800" dirty="0" smtClean="0"/>
              <a:t>Month(</a:t>
            </a:r>
            <a:r>
              <a:rPr lang="en-US" sz="4800" dirty="0" err="1" smtClean="0"/>
              <a:t>Gatsu</a:t>
            </a:r>
            <a:r>
              <a:rPr lang="en-US" sz="4800" dirty="0" smtClean="0"/>
              <a:t>)</a:t>
            </a:r>
            <a:br>
              <a:rPr lang="en-US" sz="4800" dirty="0" smtClean="0"/>
            </a:br>
            <a:endParaRPr lang="en-IN" sz="4800" dirty="0"/>
          </a:p>
        </p:txBody>
      </p:sp>
      <p:sp>
        <p:nvSpPr>
          <p:cNvPr id="3" name="Subtitle 2"/>
          <p:cNvSpPr>
            <a:spLocks noGrp="1"/>
          </p:cNvSpPr>
          <p:nvPr>
            <p:ph type="subTitle" idx="1"/>
          </p:nvPr>
        </p:nvSpPr>
        <p:spPr>
          <a:xfrm>
            <a:off x="1507067" y="1429555"/>
            <a:ext cx="7766936" cy="3718177"/>
          </a:xfrm>
        </p:spPr>
        <p:txBody>
          <a:bodyPr>
            <a:normAutofit/>
          </a:bodyPr>
          <a:lstStyle/>
          <a:p>
            <a:pPr marL="285750" indent="-285750" algn="l">
              <a:buFont typeface="Arial" panose="020B0604020202020204" pitchFamily="34" charset="0"/>
              <a:buChar char="•"/>
            </a:pPr>
            <a:r>
              <a:rPr lang="en-US" sz="2400" dirty="0">
                <a:solidFill>
                  <a:schemeClr val="tx1"/>
                </a:solidFill>
              </a:rPr>
              <a:t>July – </a:t>
            </a:r>
            <a:r>
              <a:rPr lang="en-US" sz="2400" dirty="0" err="1">
                <a:solidFill>
                  <a:schemeClr val="tx1"/>
                </a:solidFill>
              </a:rPr>
              <a:t>Shichi</a:t>
            </a:r>
            <a:r>
              <a:rPr lang="en-US" sz="2400" dirty="0">
                <a:solidFill>
                  <a:schemeClr val="tx1"/>
                </a:solidFill>
              </a:rPr>
              <a:t> </a:t>
            </a:r>
            <a:r>
              <a:rPr lang="en-US" sz="2400" dirty="0" err="1">
                <a:solidFill>
                  <a:schemeClr val="tx1"/>
                </a:solidFill>
              </a:rPr>
              <a:t>gatsu</a:t>
            </a:r>
            <a:endParaRPr lang="en-US" sz="2400" dirty="0">
              <a:solidFill>
                <a:schemeClr val="tx1"/>
              </a:solidFill>
            </a:endParaRPr>
          </a:p>
          <a:p>
            <a:pPr marL="285750" indent="-285750" algn="l">
              <a:buFont typeface="Arial" panose="020B0604020202020204" pitchFamily="34" charset="0"/>
              <a:buChar char="•"/>
            </a:pPr>
            <a:r>
              <a:rPr lang="en-US" sz="2400" dirty="0" smtClean="0">
                <a:solidFill>
                  <a:schemeClr val="tx1"/>
                </a:solidFill>
              </a:rPr>
              <a:t>August – </a:t>
            </a:r>
            <a:r>
              <a:rPr lang="en-US" sz="2400" dirty="0" err="1" smtClean="0">
                <a:solidFill>
                  <a:schemeClr val="tx1"/>
                </a:solidFill>
              </a:rPr>
              <a:t>Hachi</a:t>
            </a:r>
            <a:r>
              <a:rPr lang="en-US" sz="2400" dirty="0" smtClean="0">
                <a:solidFill>
                  <a:schemeClr val="tx1"/>
                </a:solidFill>
              </a:rPr>
              <a:t>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September – Ku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October– </a:t>
            </a:r>
            <a:r>
              <a:rPr lang="en-US" sz="2400" dirty="0" err="1" smtClean="0">
                <a:solidFill>
                  <a:schemeClr val="tx1"/>
                </a:solidFill>
              </a:rPr>
              <a:t>Jyuu</a:t>
            </a:r>
            <a:r>
              <a:rPr lang="en-US" sz="2400" dirty="0" smtClean="0">
                <a:solidFill>
                  <a:schemeClr val="tx1"/>
                </a:solidFill>
              </a:rPr>
              <a:t>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November –</a:t>
            </a:r>
            <a:r>
              <a:rPr lang="en-US" sz="2400" dirty="0" err="1" smtClean="0">
                <a:solidFill>
                  <a:schemeClr val="tx1"/>
                </a:solidFill>
              </a:rPr>
              <a:t>Jyuu</a:t>
            </a:r>
            <a:r>
              <a:rPr lang="en-US" sz="2400" dirty="0" smtClean="0">
                <a:solidFill>
                  <a:schemeClr val="tx1"/>
                </a:solidFill>
              </a:rPr>
              <a:t> </a:t>
            </a:r>
            <a:r>
              <a:rPr lang="en-US" sz="2400" dirty="0" err="1" smtClean="0">
                <a:solidFill>
                  <a:schemeClr val="tx1"/>
                </a:solidFill>
              </a:rPr>
              <a:t>ichi</a:t>
            </a:r>
            <a:r>
              <a:rPr lang="en-US" sz="2400" dirty="0" smtClean="0">
                <a:solidFill>
                  <a:schemeClr val="tx1"/>
                </a:solidFill>
              </a:rPr>
              <a:t>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r>
              <a:rPr lang="en-US" sz="2400" dirty="0" smtClean="0">
                <a:solidFill>
                  <a:schemeClr val="tx1"/>
                </a:solidFill>
              </a:rPr>
              <a:t>December  –</a:t>
            </a:r>
            <a:r>
              <a:rPr lang="en-US" sz="2400" dirty="0" err="1" smtClean="0">
                <a:solidFill>
                  <a:schemeClr val="tx1"/>
                </a:solidFill>
              </a:rPr>
              <a:t>Jyuu</a:t>
            </a:r>
            <a:r>
              <a:rPr lang="en-US" sz="2400" dirty="0" smtClean="0">
                <a:solidFill>
                  <a:schemeClr val="tx1"/>
                </a:solidFill>
              </a:rPr>
              <a:t> </a:t>
            </a:r>
            <a:r>
              <a:rPr lang="en-US" sz="2400" dirty="0" err="1" smtClean="0">
                <a:solidFill>
                  <a:schemeClr val="tx1"/>
                </a:solidFill>
              </a:rPr>
              <a:t>ni</a:t>
            </a:r>
            <a:r>
              <a:rPr lang="en-US" sz="2400" dirty="0" smtClean="0">
                <a:solidFill>
                  <a:schemeClr val="tx1"/>
                </a:solidFill>
              </a:rPr>
              <a:t>  </a:t>
            </a:r>
            <a:r>
              <a:rPr lang="en-US" sz="2400" dirty="0" err="1" smtClean="0">
                <a:solidFill>
                  <a:schemeClr val="tx1"/>
                </a:solidFill>
              </a:rPr>
              <a:t>gatsu</a:t>
            </a:r>
            <a:endParaRPr lang="en-US" sz="2400" dirty="0" smtClean="0">
              <a:solidFill>
                <a:schemeClr val="tx1"/>
              </a:solidFill>
            </a:endParaRPr>
          </a:p>
          <a:p>
            <a:pPr marL="285750" indent="-285750" algn="l">
              <a:buFont typeface="Arial" panose="020B0604020202020204" pitchFamily="34" charset="0"/>
              <a:buChar char="•"/>
            </a:pPr>
            <a:endParaRPr lang="en-IN" sz="2400" dirty="0">
              <a:solidFill>
                <a:schemeClr val="tx1"/>
              </a:solidFill>
            </a:endParaRPr>
          </a:p>
        </p:txBody>
      </p:sp>
    </p:spTree>
    <p:extLst>
      <p:ext uri="{BB962C8B-B14F-4D97-AF65-F5344CB8AC3E}">
        <p14:creationId xmlns:p14="http://schemas.microsoft.com/office/powerpoint/2010/main" val="7466064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3884" y="408309"/>
            <a:ext cx="7766936" cy="1150035"/>
          </a:xfrm>
        </p:spPr>
        <p:txBody>
          <a:bodyPr/>
          <a:lstStyle/>
          <a:p>
            <a:pPr algn="l"/>
            <a:r>
              <a:rPr lang="en-US" dirty="0" smtClean="0"/>
              <a:t>COLOURS(IRO)</a:t>
            </a:r>
            <a:endParaRPr lang="en-IN" dirty="0"/>
          </a:p>
        </p:txBody>
      </p:sp>
      <p:sp>
        <p:nvSpPr>
          <p:cNvPr id="3" name="Subtitle 2"/>
          <p:cNvSpPr>
            <a:spLocks noGrp="1"/>
          </p:cNvSpPr>
          <p:nvPr>
            <p:ph type="subTitle" idx="1"/>
          </p:nvPr>
        </p:nvSpPr>
        <p:spPr>
          <a:xfrm>
            <a:off x="1507067" y="1558344"/>
            <a:ext cx="7766936" cy="3872724"/>
          </a:xfrm>
        </p:spPr>
        <p:txBody>
          <a:bodyPr>
            <a:normAutofit fontScale="25000" lnSpcReduction="20000"/>
          </a:bodyPr>
          <a:lstStyle/>
          <a:p>
            <a:pPr marL="742950" lvl="1" indent="-285750" algn="l">
              <a:buFont typeface="Arial" panose="020B0604020202020204" pitchFamily="34" charset="0"/>
              <a:buChar char="•"/>
            </a:pPr>
            <a:endParaRPr lang="en-US" sz="2400" b="1" dirty="0" smtClean="0">
              <a:solidFill>
                <a:schemeClr val="tx1"/>
              </a:solidFill>
            </a:endParaRPr>
          </a:p>
          <a:p>
            <a:pPr marL="742950" lvl="1" indent="-285750" algn="l">
              <a:buFont typeface="Arial" panose="020B0604020202020204" pitchFamily="34" charset="0"/>
              <a:buChar char="•"/>
            </a:pPr>
            <a:r>
              <a:rPr lang="en-US" sz="7200" b="1" dirty="0" smtClean="0">
                <a:solidFill>
                  <a:schemeClr val="tx1"/>
                </a:solidFill>
              </a:rPr>
              <a:t>Aka – Red</a:t>
            </a:r>
          </a:p>
          <a:p>
            <a:pPr marL="742950" lvl="1" indent="-285750" algn="l">
              <a:buFont typeface="Arial" panose="020B0604020202020204" pitchFamily="34" charset="0"/>
              <a:buChar char="•"/>
            </a:pPr>
            <a:r>
              <a:rPr lang="en-US" sz="7200" b="1" dirty="0" err="1" smtClean="0">
                <a:solidFill>
                  <a:schemeClr val="tx1"/>
                </a:solidFill>
              </a:rPr>
              <a:t>Ao</a:t>
            </a:r>
            <a:r>
              <a:rPr lang="en-US" sz="7200" b="1" dirty="0" smtClean="0">
                <a:solidFill>
                  <a:schemeClr val="tx1"/>
                </a:solidFill>
              </a:rPr>
              <a:t> – Blue</a:t>
            </a:r>
          </a:p>
          <a:p>
            <a:pPr marL="742950" lvl="1" indent="-285750" algn="l">
              <a:buFont typeface="Arial" panose="020B0604020202020204" pitchFamily="34" charset="0"/>
              <a:buChar char="•"/>
            </a:pPr>
            <a:r>
              <a:rPr lang="en-US" sz="7200" b="1" dirty="0" err="1" smtClean="0">
                <a:solidFill>
                  <a:schemeClr val="tx1"/>
                </a:solidFill>
              </a:rPr>
              <a:t>Shiro</a:t>
            </a:r>
            <a:r>
              <a:rPr lang="en-US" sz="7200" b="1" dirty="0" smtClean="0">
                <a:solidFill>
                  <a:schemeClr val="tx1"/>
                </a:solidFill>
              </a:rPr>
              <a:t> – White </a:t>
            </a:r>
          </a:p>
          <a:p>
            <a:pPr marL="742950" lvl="1" indent="-285750" algn="l">
              <a:buFont typeface="Arial" panose="020B0604020202020204" pitchFamily="34" charset="0"/>
              <a:buChar char="•"/>
            </a:pPr>
            <a:r>
              <a:rPr lang="en-US" sz="7200" b="1" dirty="0" err="1" smtClean="0">
                <a:solidFill>
                  <a:schemeClr val="tx1"/>
                </a:solidFill>
              </a:rPr>
              <a:t>Kuro</a:t>
            </a:r>
            <a:r>
              <a:rPr lang="en-US" sz="7200" b="1" dirty="0" smtClean="0">
                <a:solidFill>
                  <a:schemeClr val="tx1"/>
                </a:solidFill>
              </a:rPr>
              <a:t> – Black </a:t>
            </a:r>
          </a:p>
          <a:p>
            <a:pPr marL="742950" lvl="1" indent="-285750" algn="l">
              <a:buFont typeface="Arial" panose="020B0604020202020204" pitchFamily="34" charset="0"/>
              <a:buChar char="•"/>
            </a:pPr>
            <a:r>
              <a:rPr lang="en-US" sz="7200" b="1" dirty="0" smtClean="0">
                <a:solidFill>
                  <a:schemeClr val="tx1"/>
                </a:solidFill>
              </a:rPr>
              <a:t>Midori – Green</a:t>
            </a:r>
          </a:p>
          <a:p>
            <a:pPr marL="742950" lvl="1" indent="-285750" algn="l">
              <a:buFont typeface="Arial" panose="020B0604020202020204" pitchFamily="34" charset="0"/>
              <a:buChar char="•"/>
            </a:pPr>
            <a:endParaRPr lang="en-US" sz="7200" b="1" dirty="0" smtClean="0">
              <a:solidFill>
                <a:schemeClr val="tx1"/>
              </a:solidFill>
            </a:endParaRPr>
          </a:p>
          <a:p>
            <a:pPr marL="742950" lvl="1" indent="-285750" algn="l">
              <a:buFont typeface="Arial" panose="020B0604020202020204" pitchFamily="34" charset="0"/>
              <a:buChar char="•"/>
            </a:pPr>
            <a:r>
              <a:rPr lang="en-US" sz="7200" b="1" dirty="0">
                <a:solidFill>
                  <a:schemeClr val="tx1"/>
                </a:solidFill>
              </a:rPr>
              <a:t>O </a:t>
            </a:r>
            <a:r>
              <a:rPr lang="en-US" sz="7200" b="1" dirty="0" err="1">
                <a:solidFill>
                  <a:schemeClr val="tx1"/>
                </a:solidFill>
              </a:rPr>
              <a:t>genki</a:t>
            </a:r>
            <a:r>
              <a:rPr lang="en-US" sz="7200" b="1" dirty="0">
                <a:solidFill>
                  <a:schemeClr val="tx1"/>
                </a:solidFill>
              </a:rPr>
              <a:t> </a:t>
            </a:r>
            <a:r>
              <a:rPr lang="en-US" sz="7200" b="1" dirty="0" err="1">
                <a:solidFill>
                  <a:schemeClr val="tx1"/>
                </a:solidFill>
              </a:rPr>
              <a:t>desuka</a:t>
            </a:r>
            <a:r>
              <a:rPr lang="en-US" sz="7200" b="1" dirty="0">
                <a:solidFill>
                  <a:schemeClr val="tx1"/>
                </a:solidFill>
              </a:rPr>
              <a:t> – How are you </a:t>
            </a:r>
          </a:p>
          <a:p>
            <a:pPr marL="742950" lvl="1" indent="-285750" algn="l">
              <a:buFont typeface="Arial" panose="020B0604020202020204" pitchFamily="34" charset="0"/>
              <a:buChar char="•"/>
            </a:pPr>
            <a:r>
              <a:rPr lang="en-US" sz="7200" b="1" dirty="0" err="1" smtClean="0">
                <a:solidFill>
                  <a:schemeClr val="tx1"/>
                </a:solidFill>
              </a:rPr>
              <a:t>Genki</a:t>
            </a:r>
            <a:r>
              <a:rPr lang="en-US" sz="7200" b="1" dirty="0" smtClean="0">
                <a:solidFill>
                  <a:schemeClr val="tx1"/>
                </a:solidFill>
              </a:rPr>
              <a:t> </a:t>
            </a:r>
            <a:r>
              <a:rPr lang="en-US" sz="7200" b="1" dirty="0">
                <a:solidFill>
                  <a:schemeClr val="tx1"/>
                </a:solidFill>
              </a:rPr>
              <a:t>– </a:t>
            </a:r>
            <a:r>
              <a:rPr lang="en-US" sz="7200" b="1" dirty="0" smtClean="0">
                <a:solidFill>
                  <a:schemeClr val="tx1"/>
                </a:solidFill>
              </a:rPr>
              <a:t>Healthy</a:t>
            </a:r>
            <a:endParaRPr lang="en-US" sz="7200" b="1" dirty="0">
              <a:solidFill>
                <a:schemeClr val="tx1"/>
              </a:solidFill>
            </a:endParaRPr>
          </a:p>
          <a:p>
            <a:pPr marL="742950" lvl="1" indent="-285750" algn="l">
              <a:buFont typeface="Arial" panose="020B0604020202020204" pitchFamily="34" charset="0"/>
              <a:buChar char="•"/>
            </a:pPr>
            <a:endParaRPr lang="en-US" sz="7200" b="1" dirty="0">
              <a:solidFill>
                <a:schemeClr val="tx1"/>
              </a:solidFill>
            </a:endParaRPr>
          </a:p>
          <a:p>
            <a:pPr marL="742950" lvl="1" indent="-285750" algn="l">
              <a:buFont typeface="Arial" panose="020B0604020202020204" pitchFamily="34" charset="0"/>
              <a:buChar char="•"/>
            </a:pPr>
            <a:r>
              <a:rPr lang="en-US" sz="7200" b="1" dirty="0" err="1">
                <a:solidFill>
                  <a:schemeClr val="tx1"/>
                </a:solidFill>
              </a:rPr>
              <a:t>Hai</a:t>
            </a:r>
            <a:r>
              <a:rPr lang="en-US" sz="7200" b="1" dirty="0">
                <a:solidFill>
                  <a:schemeClr val="tx1"/>
                </a:solidFill>
              </a:rPr>
              <a:t> .</a:t>
            </a:r>
            <a:r>
              <a:rPr lang="en-US" sz="7200" b="1" dirty="0" err="1">
                <a:solidFill>
                  <a:schemeClr val="tx1"/>
                </a:solidFill>
              </a:rPr>
              <a:t>Genki</a:t>
            </a:r>
            <a:r>
              <a:rPr lang="en-US" sz="7200" b="1" dirty="0">
                <a:solidFill>
                  <a:schemeClr val="tx1"/>
                </a:solidFill>
              </a:rPr>
              <a:t> </a:t>
            </a:r>
            <a:r>
              <a:rPr lang="en-US" sz="7200" b="1" dirty="0" err="1">
                <a:solidFill>
                  <a:schemeClr val="tx1"/>
                </a:solidFill>
              </a:rPr>
              <a:t>desu</a:t>
            </a:r>
            <a:r>
              <a:rPr lang="en-US" sz="7200" b="1" dirty="0">
                <a:solidFill>
                  <a:schemeClr val="tx1"/>
                </a:solidFill>
              </a:rPr>
              <a:t> – Yes. </a:t>
            </a:r>
            <a:r>
              <a:rPr lang="en-US" sz="7200" b="1" dirty="0" smtClean="0">
                <a:solidFill>
                  <a:schemeClr val="tx1"/>
                </a:solidFill>
              </a:rPr>
              <a:t>I am </a:t>
            </a:r>
            <a:r>
              <a:rPr lang="en-US" sz="7200" b="1" dirty="0">
                <a:solidFill>
                  <a:schemeClr val="tx1"/>
                </a:solidFill>
              </a:rPr>
              <a:t>fine </a:t>
            </a:r>
          </a:p>
          <a:p>
            <a:pPr marL="742950" lvl="1" indent="-285750" algn="l">
              <a:buFont typeface="Arial" panose="020B0604020202020204" pitchFamily="34" charset="0"/>
              <a:buChar char="•"/>
            </a:pPr>
            <a:endParaRPr lang="en-IN" sz="7200" b="1" dirty="0">
              <a:solidFill>
                <a:schemeClr val="tx1"/>
              </a:solidFill>
            </a:endParaRPr>
          </a:p>
        </p:txBody>
      </p:sp>
    </p:spTree>
    <p:extLst>
      <p:ext uri="{BB962C8B-B14F-4D97-AF65-F5344CB8AC3E}">
        <p14:creationId xmlns:p14="http://schemas.microsoft.com/office/powerpoint/2010/main" val="25563470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02247"/>
            <a:ext cx="7766936" cy="1646302"/>
          </a:xfrm>
        </p:spPr>
        <p:txBody>
          <a:bodyPr/>
          <a:lstStyle/>
          <a:p>
            <a:r>
              <a:rPr lang="en-US" dirty="0" smtClean="0"/>
              <a:t>Conversations (</a:t>
            </a:r>
            <a:r>
              <a:rPr lang="en-US" dirty="0" err="1" smtClean="0"/>
              <a:t>kaiwa</a:t>
            </a:r>
            <a:r>
              <a:rPr lang="en-US" dirty="0" smtClean="0"/>
              <a:t>)</a:t>
            </a:r>
            <a:endParaRPr lang="en-IN" dirty="0"/>
          </a:p>
        </p:txBody>
      </p:sp>
      <p:sp>
        <p:nvSpPr>
          <p:cNvPr id="3" name="Subtitle 2"/>
          <p:cNvSpPr>
            <a:spLocks noGrp="1"/>
          </p:cNvSpPr>
          <p:nvPr>
            <p:ph type="subTitle" idx="1"/>
          </p:nvPr>
        </p:nvSpPr>
        <p:spPr>
          <a:xfrm>
            <a:off x="1146459" y="2119002"/>
            <a:ext cx="7766936" cy="3740885"/>
          </a:xfrm>
        </p:spPr>
        <p:txBody>
          <a:bodyPr/>
          <a:lstStyle/>
          <a:p>
            <a:pPr algn="l"/>
            <a:r>
              <a:rPr lang="en-US" dirty="0" smtClean="0"/>
              <a:t> </a:t>
            </a:r>
            <a:r>
              <a:rPr lang="en-US" dirty="0" smtClean="0">
                <a:solidFill>
                  <a:schemeClr val="tx1"/>
                </a:solidFill>
              </a:rPr>
              <a:t>O </a:t>
            </a:r>
            <a:r>
              <a:rPr lang="en-US" dirty="0" err="1" smtClean="0">
                <a:solidFill>
                  <a:schemeClr val="tx1"/>
                </a:solidFill>
              </a:rPr>
              <a:t>namae</a:t>
            </a:r>
            <a:r>
              <a:rPr lang="en-US" dirty="0" smtClean="0">
                <a:solidFill>
                  <a:schemeClr val="tx1"/>
                </a:solidFill>
              </a:rPr>
              <a:t> </a:t>
            </a:r>
            <a:r>
              <a:rPr lang="en-US" dirty="0" err="1" smtClean="0">
                <a:solidFill>
                  <a:schemeClr val="tx1"/>
                </a:solidFill>
              </a:rPr>
              <a:t>wa</a:t>
            </a:r>
            <a:r>
              <a:rPr lang="en-US" dirty="0" smtClean="0">
                <a:solidFill>
                  <a:schemeClr val="tx1"/>
                </a:solidFill>
              </a:rPr>
              <a:t> nan </a:t>
            </a:r>
            <a:r>
              <a:rPr lang="en-US" dirty="0" err="1" smtClean="0">
                <a:solidFill>
                  <a:schemeClr val="tx1"/>
                </a:solidFill>
              </a:rPr>
              <a:t>desuka</a:t>
            </a:r>
            <a:r>
              <a:rPr lang="en-US" dirty="0" smtClean="0">
                <a:solidFill>
                  <a:schemeClr val="tx1"/>
                </a:solidFill>
              </a:rPr>
              <a:t> – What is your Name</a:t>
            </a:r>
          </a:p>
          <a:p>
            <a:pPr algn="l"/>
            <a:endParaRPr lang="en-US" dirty="0" smtClean="0">
              <a:solidFill>
                <a:schemeClr val="tx1"/>
              </a:solidFill>
            </a:endParaRPr>
          </a:p>
          <a:p>
            <a:pPr algn="l"/>
            <a:r>
              <a:rPr lang="en-US" dirty="0" smtClean="0">
                <a:solidFill>
                  <a:schemeClr val="tx1"/>
                </a:solidFill>
              </a:rPr>
              <a:t>Name – </a:t>
            </a:r>
            <a:r>
              <a:rPr lang="en-US" dirty="0" err="1" smtClean="0">
                <a:solidFill>
                  <a:schemeClr val="tx1"/>
                </a:solidFill>
              </a:rPr>
              <a:t>Namae</a:t>
            </a:r>
            <a:endParaRPr lang="en-US" dirty="0" smtClean="0">
              <a:solidFill>
                <a:schemeClr val="tx1"/>
              </a:solidFill>
            </a:endParaRPr>
          </a:p>
          <a:p>
            <a:pPr algn="l"/>
            <a:r>
              <a:rPr lang="en-US" dirty="0" err="1" smtClean="0">
                <a:solidFill>
                  <a:schemeClr val="tx1"/>
                </a:solidFill>
              </a:rPr>
              <a:t>Nani</a:t>
            </a:r>
            <a:r>
              <a:rPr lang="en-US" dirty="0" smtClean="0">
                <a:solidFill>
                  <a:schemeClr val="tx1"/>
                </a:solidFill>
              </a:rPr>
              <a:t> – What </a:t>
            </a:r>
          </a:p>
          <a:p>
            <a:pPr algn="l"/>
            <a:endParaRPr lang="en-US" dirty="0" smtClean="0">
              <a:solidFill>
                <a:schemeClr val="tx1"/>
              </a:solidFill>
            </a:endParaRPr>
          </a:p>
          <a:p>
            <a:pPr algn="l"/>
            <a:r>
              <a:rPr lang="en-US" dirty="0" smtClean="0">
                <a:solidFill>
                  <a:schemeClr val="tx1"/>
                </a:solidFill>
              </a:rPr>
              <a:t>I am _____________</a:t>
            </a:r>
          </a:p>
          <a:p>
            <a:pPr algn="l"/>
            <a:r>
              <a:rPr lang="en-US" dirty="0" err="1" smtClean="0">
                <a:solidFill>
                  <a:schemeClr val="tx1"/>
                </a:solidFill>
              </a:rPr>
              <a:t>Watashiwa</a:t>
            </a:r>
            <a:r>
              <a:rPr lang="en-US" dirty="0" smtClean="0">
                <a:solidFill>
                  <a:schemeClr val="tx1"/>
                </a:solidFill>
              </a:rPr>
              <a:t> ____________ </a:t>
            </a:r>
            <a:r>
              <a:rPr lang="en-US" dirty="0" err="1" smtClean="0">
                <a:solidFill>
                  <a:schemeClr val="tx1"/>
                </a:solidFill>
              </a:rPr>
              <a:t>desu</a:t>
            </a:r>
            <a:r>
              <a:rPr lang="en-US" dirty="0" smtClean="0">
                <a:solidFill>
                  <a:schemeClr val="tx1"/>
                </a:solidFill>
              </a:rPr>
              <a:t> </a:t>
            </a:r>
          </a:p>
          <a:p>
            <a:pPr algn="l"/>
            <a:r>
              <a:rPr lang="en-US" dirty="0" err="1" smtClean="0">
                <a:solidFill>
                  <a:schemeClr val="tx1"/>
                </a:solidFill>
              </a:rPr>
              <a:t>Watashiwa</a:t>
            </a:r>
            <a:r>
              <a:rPr lang="en-US" dirty="0" smtClean="0">
                <a:solidFill>
                  <a:schemeClr val="tx1"/>
                </a:solidFill>
              </a:rPr>
              <a:t> – I </a:t>
            </a:r>
          </a:p>
          <a:p>
            <a:pPr algn="l"/>
            <a:r>
              <a:rPr lang="en-US" dirty="0" err="1" smtClean="0">
                <a:solidFill>
                  <a:schemeClr val="tx1"/>
                </a:solidFill>
              </a:rPr>
              <a:t>Desu</a:t>
            </a:r>
            <a:r>
              <a:rPr lang="en-US" dirty="0" smtClean="0">
                <a:solidFill>
                  <a:schemeClr val="tx1"/>
                </a:solidFill>
              </a:rPr>
              <a:t>- am/is/was</a:t>
            </a:r>
          </a:p>
          <a:p>
            <a:pPr algn="l"/>
            <a:endParaRPr lang="en-US" dirty="0" smtClean="0">
              <a:solidFill>
                <a:schemeClr val="tx1"/>
              </a:solidFill>
            </a:endParaRPr>
          </a:p>
          <a:p>
            <a:pPr algn="l"/>
            <a:endParaRPr lang="en-IN" dirty="0"/>
          </a:p>
        </p:txBody>
      </p:sp>
    </p:spTree>
    <p:extLst>
      <p:ext uri="{BB962C8B-B14F-4D97-AF65-F5344CB8AC3E}">
        <p14:creationId xmlns:p14="http://schemas.microsoft.com/office/powerpoint/2010/main" val="39951844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96214"/>
            <a:ext cx="7766936" cy="1545465"/>
          </a:xfrm>
        </p:spPr>
        <p:txBody>
          <a:bodyPr/>
          <a:lstStyle/>
          <a:p>
            <a:pPr algn="l"/>
            <a:r>
              <a:rPr lang="en-US" sz="4800" dirty="0" smtClean="0"/>
              <a:t>          JIKOSHOKAI</a:t>
            </a:r>
            <a:br>
              <a:rPr lang="en-US" sz="4800" dirty="0" smtClean="0"/>
            </a:br>
            <a:r>
              <a:rPr lang="en-US" sz="4800" dirty="0" smtClean="0"/>
              <a:t>     (Self Introduction</a:t>
            </a:r>
            <a:r>
              <a:rPr lang="en-US" sz="4800" dirty="0"/>
              <a:t>)</a:t>
            </a:r>
            <a:endParaRPr lang="en-IN" sz="4800" dirty="0"/>
          </a:p>
        </p:txBody>
      </p:sp>
      <p:sp>
        <p:nvSpPr>
          <p:cNvPr id="3" name="Subtitle 2"/>
          <p:cNvSpPr>
            <a:spLocks noGrp="1"/>
          </p:cNvSpPr>
          <p:nvPr>
            <p:ph type="subTitle" idx="1"/>
          </p:nvPr>
        </p:nvSpPr>
        <p:spPr>
          <a:xfrm>
            <a:off x="1507067" y="2498501"/>
            <a:ext cx="7766936" cy="3052293"/>
          </a:xfrm>
        </p:spPr>
        <p:txBody>
          <a:bodyPr/>
          <a:lstStyle/>
          <a:p>
            <a:pPr algn="l"/>
            <a:r>
              <a:rPr lang="en-US" sz="2000" dirty="0" err="1" smtClean="0">
                <a:solidFill>
                  <a:schemeClr val="tx1"/>
                </a:solidFill>
              </a:rPr>
              <a:t>Hajimemashite</a:t>
            </a:r>
            <a:r>
              <a:rPr lang="en-US" sz="2000" dirty="0" smtClean="0">
                <a:solidFill>
                  <a:schemeClr val="tx1"/>
                </a:solidFill>
              </a:rPr>
              <a:t> – How do you do </a:t>
            </a:r>
          </a:p>
          <a:p>
            <a:pPr algn="l"/>
            <a:r>
              <a:rPr lang="en-US" sz="2000" dirty="0" err="1" smtClean="0">
                <a:solidFill>
                  <a:schemeClr val="tx1"/>
                </a:solidFill>
              </a:rPr>
              <a:t>Watashiwa</a:t>
            </a:r>
            <a:r>
              <a:rPr lang="en-US" sz="2000" dirty="0" smtClean="0">
                <a:solidFill>
                  <a:schemeClr val="tx1"/>
                </a:solidFill>
              </a:rPr>
              <a:t> _____________ </a:t>
            </a:r>
            <a:r>
              <a:rPr lang="en-US" sz="2000" dirty="0" err="1" smtClean="0">
                <a:solidFill>
                  <a:schemeClr val="tx1"/>
                </a:solidFill>
              </a:rPr>
              <a:t>desu</a:t>
            </a:r>
            <a:r>
              <a:rPr lang="en-US" sz="2000" dirty="0" smtClean="0">
                <a:solidFill>
                  <a:schemeClr val="tx1"/>
                </a:solidFill>
              </a:rPr>
              <a:t>  - </a:t>
            </a:r>
            <a:r>
              <a:rPr lang="en-US" sz="2000" dirty="0" err="1" smtClean="0">
                <a:solidFill>
                  <a:schemeClr val="tx1"/>
                </a:solidFill>
              </a:rPr>
              <a:t>Iam</a:t>
            </a:r>
            <a:r>
              <a:rPr lang="en-US" sz="2000" dirty="0" smtClean="0">
                <a:solidFill>
                  <a:schemeClr val="tx1"/>
                </a:solidFill>
              </a:rPr>
              <a:t> _______</a:t>
            </a:r>
          </a:p>
          <a:p>
            <a:pPr algn="l"/>
            <a:r>
              <a:rPr lang="en-US" sz="2000" dirty="0" err="1" smtClean="0">
                <a:solidFill>
                  <a:schemeClr val="tx1"/>
                </a:solidFill>
              </a:rPr>
              <a:t>Tambaram</a:t>
            </a:r>
            <a:r>
              <a:rPr lang="en-US" sz="2000" dirty="0" smtClean="0">
                <a:solidFill>
                  <a:schemeClr val="tx1"/>
                </a:solidFill>
              </a:rPr>
              <a:t> </a:t>
            </a:r>
            <a:r>
              <a:rPr lang="en-US" sz="2000" dirty="0" err="1" smtClean="0">
                <a:solidFill>
                  <a:schemeClr val="tx1"/>
                </a:solidFill>
              </a:rPr>
              <a:t>kara</a:t>
            </a:r>
            <a:r>
              <a:rPr lang="en-US" sz="2000" dirty="0" smtClean="0">
                <a:solidFill>
                  <a:schemeClr val="tx1"/>
                </a:solidFill>
              </a:rPr>
              <a:t>  </a:t>
            </a:r>
            <a:r>
              <a:rPr lang="en-US" sz="2000" dirty="0" err="1" smtClean="0">
                <a:solidFill>
                  <a:schemeClr val="tx1"/>
                </a:solidFill>
              </a:rPr>
              <a:t>kimashita</a:t>
            </a:r>
            <a:r>
              <a:rPr lang="en-US" sz="2000" dirty="0" smtClean="0">
                <a:solidFill>
                  <a:schemeClr val="tx1"/>
                </a:solidFill>
              </a:rPr>
              <a:t> – coming from </a:t>
            </a:r>
          </a:p>
          <a:p>
            <a:pPr algn="l"/>
            <a:r>
              <a:rPr lang="en-US" sz="2000" dirty="0" err="1" smtClean="0">
                <a:solidFill>
                  <a:schemeClr val="tx1"/>
                </a:solidFill>
              </a:rPr>
              <a:t>Yoroshiku</a:t>
            </a:r>
            <a:r>
              <a:rPr lang="en-US" sz="2000" dirty="0" smtClean="0">
                <a:solidFill>
                  <a:schemeClr val="tx1"/>
                </a:solidFill>
              </a:rPr>
              <a:t> </a:t>
            </a:r>
            <a:r>
              <a:rPr lang="en-US" sz="2000" dirty="0" err="1" smtClean="0">
                <a:solidFill>
                  <a:schemeClr val="tx1"/>
                </a:solidFill>
              </a:rPr>
              <a:t>Onegaishimasu</a:t>
            </a:r>
            <a:r>
              <a:rPr lang="en-US" sz="2000" dirty="0" smtClean="0">
                <a:solidFill>
                  <a:schemeClr val="tx1"/>
                </a:solidFill>
              </a:rPr>
              <a:t>  - Nice to meet you /Glad to met you </a:t>
            </a:r>
          </a:p>
          <a:p>
            <a:pPr algn="l"/>
            <a:endParaRPr lang="en-US" dirty="0" smtClean="0">
              <a:solidFill>
                <a:schemeClr val="tx1"/>
              </a:solidFill>
            </a:endParaRPr>
          </a:p>
          <a:p>
            <a:pPr algn="l"/>
            <a:endParaRPr lang="en-US" dirty="0" smtClean="0">
              <a:solidFill>
                <a:schemeClr val="tx1"/>
              </a:solidFill>
            </a:endParaRPr>
          </a:p>
          <a:p>
            <a:pPr algn="l"/>
            <a:endParaRPr lang="en-IN" dirty="0"/>
          </a:p>
        </p:txBody>
      </p:sp>
    </p:spTree>
    <p:extLst>
      <p:ext uri="{BB962C8B-B14F-4D97-AF65-F5344CB8AC3E}">
        <p14:creationId xmlns:p14="http://schemas.microsoft.com/office/powerpoint/2010/main" val="39504382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96214"/>
            <a:ext cx="7766936" cy="1545465"/>
          </a:xfrm>
        </p:spPr>
        <p:txBody>
          <a:bodyPr/>
          <a:lstStyle/>
          <a:p>
            <a:pPr algn="l"/>
            <a:r>
              <a:rPr lang="en-US" sz="4800" dirty="0" smtClean="0"/>
              <a:t>          JIKOSHOKAI- Part 2</a:t>
            </a:r>
            <a:br>
              <a:rPr lang="en-US" sz="4800" dirty="0" smtClean="0"/>
            </a:br>
            <a:r>
              <a:rPr lang="en-US" sz="4800" smtClean="0"/>
              <a:t>       (</a:t>
            </a:r>
            <a:r>
              <a:rPr lang="en-US" sz="4800" dirty="0" smtClean="0"/>
              <a:t>Self Introduction</a:t>
            </a:r>
            <a:r>
              <a:rPr lang="en-US" sz="4800" dirty="0"/>
              <a:t>)</a:t>
            </a:r>
            <a:endParaRPr lang="en-IN" sz="4800" dirty="0"/>
          </a:p>
        </p:txBody>
      </p:sp>
      <p:sp>
        <p:nvSpPr>
          <p:cNvPr id="3" name="Subtitle 2"/>
          <p:cNvSpPr>
            <a:spLocks noGrp="1"/>
          </p:cNvSpPr>
          <p:nvPr>
            <p:ph type="subTitle" idx="1"/>
          </p:nvPr>
        </p:nvSpPr>
        <p:spPr>
          <a:xfrm>
            <a:off x="1507067" y="1841679"/>
            <a:ext cx="7766936" cy="4603188"/>
          </a:xfrm>
        </p:spPr>
        <p:txBody>
          <a:bodyPr>
            <a:normAutofit fontScale="85000" lnSpcReduction="20000"/>
          </a:bodyPr>
          <a:lstStyle/>
          <a:p>
            <a:pPr algn="l"/>
            <a:r>
              <a:rPr lang="en-US" sz="2000" dirty="0" smtClean="0">
                <a:solidFill>
                  <a:schemeClr val="tx1"/>
                </a:solidFill>
              </a:rPr>
              <a:t>Vocabulary :-</a:t>
            </a:r>
          </a:p>
          <a:p>
            <a:pPr algn="l"/>
            <a:r>
              <a:rPr lang="en-US" sz="2000" dirty="0" err="1" smtClean="0">
                <a:solidFill>
                  <a:schemeClr val="tx1"/>
                </a:solidFill>
              </a:rPr>
              <a:t>Sai</a:t>
            </a:r>
            <a:r>
              <a:rPr lang="en-US" sz="2000" dirty="0" smtClean="0">
                <a:solidFill>
                  <a:schemeClr val="tx1"/>
                </a:solidFill>
              </a:rPr>
              <a:t> – Age</a:t>
            </a:r>
          </a:p>
          <a:p>
            <a:pPr algn="l"/>
            <a:r>
              <a:rPr lang="en-US" sz="2000" dirty="0" err="1" smtClean="0">
                <a:solidFill>
                  <a:schemeClr val="tx1"/>
                </a:solidFill>
              </a:rPr>
              <a:t>Sunde</a:t>
            </a:r>
            <a:r>
              <a:rPr lang="en-US" sz="2000" dirty="0" smtClean="0">
                <a:solidFill>
                  <a:schemeClr val="tx1"/>
                </a:solidFill>
              </a:rPr>
              <a:t> </a:t>
            </a:r>
            <a:r>
              <a:rPr lang="en-US" sz="2000" dirty="0" err="1" smtClean="0">
                <a:solidFill>
                  <a:schemeClr val="tx1"/>
                </a:solidFill>
              </a:rPr>
              <a:t>imasu</a:t>
            </a:r>
            <a:r>
              <a:rPr lang="en-US" sz="2000" dirty="0" smtClean="0">
                <a:solidFill>
                  <a:schemeClr val="tx1"/>
                </a:solidFill>
              </a:rPr>
              <a:t> – Live </a:t>
            </a:r>
          </a:p>
          <a:p>
            <a:pPr algn="l"/>
            <a:r>
              <a:rPr lang="en-US" sz="2000" dirty="0" smtClean="0">
                <a:solidFill>
                  <a:schemeClr val="tx1"/>
                </a:solidFill>
              </a:rPr>
              <a:t>Jin – Nationality </a:t>
            </a:r>
          </a:p>
          <a:p>
            <a:pPr algn="l"/>
            <a:r>
              <a:rPr lang="en-US" sz="2000" dirty="0" smtClean="0">
                <a:solidFill>
                  <a:schemeClr val="tx1"/>
                </a:solidFill>
              </a:rPr>
              <a:t>Go - language</a:t>
            </a:r>
          </a:p>
          <a:p>
            <a:pPr algn="l"/>
            <a:r>
              <a:rPr lang="en-US" sz="2000" dirty="0" err="1" smtClean="0">
                <a:solidFill>
                  <a:schemeClr val="tx1"/>
                </a:solidFill>
              </a:rPr>
              <a:t>Eigo</a:t>
            </a:r>
            <a:r>
              <a:rPr lang="en-US" sz="2000" dirty="0" smtClean="0">
                <a:solidFill>
                  <a:schemeClr val="tx1"/>
                </a:solidFill>
              </a:rPr>
              <a:t> – English </a:t>
            </a:r>
          </a:p>
          <a:p>
            <a:pPr algn="l"/>
            <a:r>
              <a:rPr lang="en-US" sz="2000" dirty="0" err="1" smtClean="0">
                <a:solidFill>
                  <a:schemeClr val="tx1"/>
                </a:solidFill>
              </a:rPr>
              <a:t>Nihongo</a:t>
            </a:r>
            <a:r>
              <a:rPr lang="en-US" sz="2000" dirty="0" smtClean="0">
                <a:solidFill>
                  <a:schemeClr val="tx1"/>
                </a:solidFill>
              </a:rPr>
              <a:t> – Japanese </a:t>
            </a:r>
          </a:p>
          <a:p>
            <a:pPr algn="l"/>
            <a:r>
              <a:rPr lang="en-US" sz="2000" dirty="0" err="1" smtClean="0">
                <a:solidFill>
                  <a:schemeClr val="tx1"/>
                </a:solidFill>
              </a:rPr>
              <a:t>Dekimasu</a:t>
            </a:r>
            <a:r>
              <a:rPr lang="en-US" sz="2000" dirty="0" smtClean="0">
                <a:solidFill>
                  <a:schemeClr val="tx1"/>
                </a:solidFill>
              </a:rPr>
              <a:t> – Can /can speak</a:t>
            </a:r>
          </a:p>
          <a:p>
            <a:pPr algn="l"/>
            <a:r>
              <a:rPr lang="en-US" sz="2000" dirty="0" err="1" smtClean="0">
                <a:solidFill>
                  <a:schemeClr val="tx1"/>
                </a:solidFill>
              </a:rPr>
              <a:t>Dekimasen</a:t>
            </a:r>
            <a:r>
              <a:rPr lang="en-US" sz="2000" dirty="0">
                <a:solidFill>
                  <a:schemeClr val="tx1"/>
                </a:solidFill>
              </a:rPr>
              <a:t> </a:t>
            </a:r>
            <a:r>
              <a:rPr lang="en-US" sz="2000" dirty="0" smtClean="0">
                <a:solidFill>
                  <a:schemeClr val="tx1"/>
                </a:solidFill>
              </a:rPr>
              <a:t>– Cant speak</a:t>
            </a:r>
          </a:p>
          <a:p>
            <a:pPr algn="l"/>
            <a:r>
              <a:rPr lang="en-US" sz="2000" dirty="0" err="1" smtClean="0">
                <a:solidFill>
                  <a:schemeClr val="tx1"/>
                </a:solidFill>
              </a:rPr>
              <a:t>Indojin</a:t>
            </a:r>
            <a:r>
              <a:rPr lang="en-US" sz="2000" dirty="0" smtClean="0">
                <a:solidFill>
                  <a:schemeClr val="tx1"/>
                </a:solidFill>
              </a:rPr>
              <a:t> – Indian </a:t>
            </a:r>
          </a:p>
          <a:p>
            <a:pPr algn="l"/>
            <a:r>
              <a:rPr lang="en-US" sz="2000" dirty="0" err="1" smtClean="0">
                <a:solidFill>
                  <a:schemeClr val="tx1"/>
                </a:solidFill>
              </a:rPr>
              <a:t>Gakusei</a:t>
            </a:r>
            <a:r>
              <a:rPr lang="en-US" sz="2000" dirty="0" smtClean="0">
                <a:solidFill>
                  <a:schemeClr val="tx1"/>
                </a:solidFill>
              </a:rPr>
              <a:t> – Student</a:t>
            </a:r>
          </a:p>
          <a:p>
            <a:pPr algn="l"/>
            <a:r>
              <a:rPr lang="en-US" sz="2000" dirty="0" err="1" smtClean="0">
                <a:solidFill>
                  <a:schemeClr val="tx1"/>
                </a:solidFill>
              </a:rPr>
              <a:t>Doitsugo</a:t>
            </a:r>
            <a:r>
              <a:rPr lang="en-US" sz="2000" dirty="0" smtClean="0">
                <a:solidFill>
                  <a:schemeClr val="tx1"/>
                </a:solidFill>
              </a:rPr>
              <a:t> – German Language </a:t>
            </a:r>
          </a:p>
          <a:p>
            <a:pPr algn="l"/>
            <a:r>
              <a:rPr lang="en-US" sz="2000" dirty="0" err="1" smtClean="0">
                <a:solidFill>
                  <a:schemeClr val="tx1"/>
                </a:solidFill>
              </a:rPr>
              <a:t>Furansugo</a:t>
            </a:r>
            <a:r>
              <a:rPr lang="en-US" sz="2000" dirty="0" smtClean="0">
                <a:solidFill>
                  <a:schemeClr val="tx1"/>
                </a:solidFill>
              </a:rPr>
              <a:t> – French language</a:t>
            </a:r>
          </a:p>
          <a:p>
            <a:pPr algn="l"/>
            <a:endParaRPr lang="en-US" dirty="0" smtClean="0">
              <a:solidFill>
                <a:schemeClr val="tx1"/>
              </a:solidFill>
            </a:endParaRPr>
          </a:p>
          <a:p>
            <a:pPr algn="l"/>
            <a:endParaRPr lang="en-US" dirty="0" smtClean="0">
              <a:solidFill>
                <a:schemeClr val="tx1"/>
              </a:solidFill>
            </a:endParaRPr>
          </a:p>
          <a:p>
            <a:pPr algn="l"/>
            <a:endParaRPr lang="en-IN" dirty="0"/>
          </a:p>
        </p:txBody>
      </p:sp>
    </p:spTree>
    <p:extLst>
      <p:ext uri="{BB962C8B-B14F-4D97-AF65-F5344CB8AC3E}">
        <p14:creationId xmlns:p14="http://schemas.microsoft.com/office/powerpoint/2010/main" val="16983517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96214"/>
            <a:ext cx="7766936" cy="1545465"/>
          </a:xfrm>
        </p:spPr>
        <p:txBody>
          <a:bodyPr/>
          <a:lstStyle/>
          <a:p>
            <a:pPr algn="l"/>
            <a:r>
              <a:rPr lang="en-US" sz="4800" dirty="0" smtClean="0"/>
              <a:t>          JIKOSHOKAI- Part 2</a:t>
            </a:r>
            <a:br>
              <a:rPr lang="en-US" sz="4800" dirty="0" smtClean="0"/>
            </a:br>
            <a:r>
              <a:rPr lang="en-US" sz="4800" dirty="0" smtClean="0"/>
              <a:t>     (Self Introduction</a:t>
            </a:r>
            <a:r>
              <a:rPr lang="en-US" sz="4800" dirty="0"/>
              <a:t>)</a:t>
            </a:r>
            <a:endParaRPr lang="en-IN" sz="4800" dirty="0"/>
          </a:p>
        </p:txBody>
      </p:sp>
      <p:sp>
        <p:nvSpPr>
          <p:cNvPr id="3" name="Subtitle 2"/>
          <p:cNvSpPr>
            <a:spLocks noGrp="1"/>
          </p:cNvSpPr>
          <p:nvPr>
            <p:ph type="subTitle" idx="1"/>
          </p:nvPr>
        </p:nvSpPr>
        <p:spPr>
          <a:xfrm>
            <a:off x="1507067" y="1841679"/>
            <a:ext cx="7766936" cy="4603188"/>
          </a:xfrm>
        </p:spPr>
        <p:txBody>
          <a:bodyPr>
            <a:normAutofit/>
          </a:bodyPr>
          <a:lstStyle/>
          <a:p>
            <a:pPr algn="l"/>
            <a:endParaRPr lang="en-US" sz="2000" dirty="0" smtClean="0">
              <a:solidFill>
                <a:schemeClr val="tx1"/>
              </a:solidFill>
            </a:endParaRPr>
          </a:p>
          <a:p>
            <a:pPr algn="l"/>
            <a:r>
              <a:rPr lang="en-US" sz="2000" dirty="0" err="1" smtClean="0">
                <a:solidFill>
                  <a:schemeClr val="tx1"/>
                </a:solidFill>
              </a:rPr>
              <a:t>Hajimemashite</a:t>
            </a:r>
            <a:r>
              <a:rPr lang="en-US" sz="2000" dirty="0" smtClean="0">
                <a:solidFill>
                  <a:schemeClr val="tx1"/>
                </a:solidFill>
              </a:rPr>
              <a:t> – How do you do </a:t>
            </a:r>
          </a:p>
          <a:p>
            <a:pPr algn="l"/>
            <a:r>
              <a:rPr lang="en-US" sz="2000" dirty="0" err="1" smtClean="0">
                <a:solidFill>
                  <a:schemeClr val="tx1"/>
                </a:solidFill>
              </a:rPr>
              <a:t>Watashiwa</a:t>
            </a:r>
            <a:r>
              <a:rPr lang="en-US" sz="2000" dirty="0" smtClean="0">
                <a:solidFill>
                  <a:schemeClr val="tx1"/>
                </a:solidFill>
              </a:rPr>
              <a:t> _____________ </a:t>
            </a:r>
            <a:r>
              <a:rPr lang="en-US" sz="2000" dirty="0" err="1" smtClean="0">
                <a:solidFill>
                  <a:schemeClr val="tx1"/>
                </a:solidFill>
              </a:rPr>
              <a:t>desu</a:t>
            </a:r>
            <a:r>
              <a:rPr lang="en-US" sz="2000" dirty="0" smtClean="0">
                <a:solidFill>
                  <a:schemeClr val="tx1"/>
                </a:solidFill>
              </a:rPr>
              <a:t>  - </a:t>
            </a:r>
            <a:r>
              <a:rPr lang="en-US" sz="2000" dirty="0" err="1" smtClean="0">
                <a:solidFill>
                  <a:schemeClr val="tx1"/>
                </a:solidFill>
              </a:rPr>
              <a:t>Iam</a:t>
            </a:r>
            <a:r>
              <a:rPr lang="en-US" sz="2000" dirty="0" smtClean="0">
                <a:solidFill>
                  <a:schemeClr val="tx1"/>
                </a:solidFill>
              </a:rPr>
              <a:t> _______</a:t>
            </a:r>
          </a:p>
          <a:p>
            <a:pPr algn="l"/>
            <a:r>
              <a:rPr lang="en-US" sz="2000" dirty="0" smtClean="0">
                <a:solidFill>
                  <a:schemeClr val="tx1"/>
                </a:solidFill>
              </a:rPr>
              <a:t>Chennai </a:t>
            </a:r>
            <a:r>
              <a:rPr lang="en-US" sz="2000" dirty="0" err="1" smtClean="0">
                <a:solidFill>
                  <a:schemeClr val="tx1"/>
                </a:solidFill>
              </a:rPr>
              <a:t>ni</a:t>
            </a:r>
            <a:r>
              <a:rPr lang="en-US" sz="2000" dirty="0" smtClean="0">
                <a:solidFill>
                  <a:schemeClr val="tx1"/>
                </a:solidFill>
              </a:rPr>
              <a:t> </a:t>
            </a:r>
            <a:r>
              <a:rPr lang="en-US" sz="2000" dirty="0" err="1" smtClean="0">
                <a:solidFill>
                  <a:schemeClr val="tx1"/>
                </a:solidFill>
              </a:rPr>
              <a:t>sunde</a:t>
            </a:r>
            <a:r>
              <a:rPr lang="en-US" sz="2000" dirty="0" smtClean="0">
                <a:solidFill>
                  <a:schemeClr val="tx1"/>
                </a:solidFill>
              </a:rPr>
              <a:t> </a:t>
            </a:r>
            <a:r>
              <a:rPr lang="en-US" sz="2000" dirty="0" err="1" smtClean="0">
                <a:solidFill>
                  <a:schemeClr val="tx1"/>
                </a:solidFill>
              </a:rPr>
              <a:t>imasu</a:t>
            </a:r>
            <a:r>
              <a:rPr lang="en-US" sz="2000" dirty="0" smtClean="0">
                <a:solidFill>
                  <a:schemeClr val="tx1"/>
                </a:solidFill>
              </a:rPr>
              <a:t>  - Living in Chennai</a:t>
            </a:r>
          </a:p>
          <a:p>
            <a:pPr algn="l"/>
            <a:r>
              <a:rPr lang="en-US" sz="2000" dirty="0" err="1" smtClean="0">
                <a:solidFill>
                  <a:schemeClr val="tx1"/>
                </a:solidFill>
              </a:rPr>
              <a:t>Hatachi</a:t>
            </a:r>
            <a:r>
              <a:rPr lang="en-US" sz="2000" dirty="0" smtClean="0">
                <a:solidFill>
                  <a:schemeClr val="tx1"/>
                </a:solidFill>
              </a:rPr>
              <a:t> </a:t>
            </a:r>
            <a:r>
              <a:rPr lang="en-US" sz="2000" dirty="0" err="1" smtClean="0">
                <a:solidFill>
                  <a:schemeClr val="tx1"/>
                </a:solidFill>
              </a:rPr>
              <a:t>desu</a:t>
            </a:r>
            <a:r>
              <a:rPr lang="en-US" sz="2000" dirty="0" smtClean="0">
                <a:solidFill>
                  <a:schemeClr val="tx1"/>
                </a:solidFill>
              </a:rPr>
              <a:t>  - </a:t>
            </a:r>
            <a:r>
              <a:rPr lang="en-US" sz="2000" dirty="0" err="1" smtClean="0">
                <a:solidFill>
                  <a:schemeClr val="tx1"/>
                </a:solidFill>
              </a:rPr>
              <a:t>Iam</a:t>
            </a:r>
            <a:r>
              <a:rPr lang="en-US" sz="2000" dirty="0" smtClean="0">
                <a:solidFill>
                  <a:schemeClr val="tx1"/>
                </a:solidFill>
              </a:rPr>
              <a:t> 20 years old </a:t>
            </a:r>
          </a:p>
          <a:p>
            <a:pPr algn="l"/>
            <a:r>
              <a:rPr lang="en-US" sz="2000" dirty="0" err="1" smtClean="0">
                <a:solidFill>
                  <a:schemeClr val="tx1"/>
                </a:solidFill>
              </a:rPr>
              <a:t>Watashiwa</a:t>
            </a:r>
            <a:r>
              <a:rPr lang="en-US" sz="2000" dirty="0" smtClean="0">
                <a:solidFill>
                  <a:schemeClr val="tx1"/>
                </a:solidFill>
              </a:rPr>
              <a:t> VIT no </a:t>
            </a:r>
            <a:r>
              <a:rPr lang="en-US" sz="2000" dirty="0" err="1" smtClean="0">
                <a:solidFill>
                  <a:schemeClr val="tx1"/>
                </a:solidFill>
              </a:rPr>
              <a:t>gakusei</a:t>
            </a:r>
            <a:r>
              <a:rPr lang="en-US" sz="2000" dirty="0" smtClean="0">
                <a:solidFill>
                  <a:schemeClr val="tx1"/>
                </a:solidFill>
              </a:rPr>
              <a:t> </a:t>
            </a:r>
            <a:r>
              <a:rPr lang="en-US" sz="2000" dirty="0" err="1" smtClean="0">
                <a:solidFill>
                  <a:schemeClr val="tx1"/>
                </a:solidFill>
              </a:rPr>
              <a:t>desu</a:t>
            </a:r>
            <a:r>
              <a:rPr lang="en-US" sz="2000" dirty="0" smtClean="0">
                <a:solidFill>
                  <a:schemeClr val="tx1"/>
                </a:solidFill>
              </a:rPr>
              <a:t> – </a:t>
            </a:r>
            <a:r>
              <a:rPr lang="en-US" sz="2000" dirty="0" err="1" smtClean="0">
                <a:solidFill>
                  <a:schemeClr val="tx1"/>
                </a:solidFill>
              </a:rPr>
              <a:t>Iam</a:t>
            </a:r>
            <a:r>
              <a:rPr lang="en-US" sz="2000" dirty="0" smtClean="0">
                <a:solidFill>
                  <a:schemeClr val="tx1"/>
                </a:solidFill>
              </a:rPr>
              <a:t> a student</a:t>
            </a:r>
          </a:p>
          <a:p>
            <a:pPr algn="l"/>
            <a:r>
              <a:rPr lang="en-US" sz="2000" dirty="0" err="1" smtClean="0">
                <a:solidFill>
                  <a:schemeClr val="tx1"/>
                </a:solidFill>
              </a:rPr>
              <a:t>Tambaram</a:t>
            </a:r>
            <a:r>
              <a:rPr lang="en-US" sz="2000" dirty="0" smtClean="0">
                <a:solidFill>
                  <a:schemeClr val="tx1"/>
                </a:solidFill>
              </a:rPr>
              <a:t> </a:t>
            </a:r>
            <a:r>
              <a:rPr lang="en-US" sz="2000" dirty="0" err="1" smtClean="0">
                <a:solidFill>
                  <a:schemeClr val="tx1"/>
                </a:solidFill>
              </a:rPr>
              <a:t>kara</a:t>
            </a:r>
            <a:r>
              <a:rPr lang="en-US" sz="2000" dirty="0" smtClean="0">
                <a:solidFill>
                  <a:schemeClr val="tx1"/>
                </a:solidFill>
              </a:rPr>
              <a:t> </a:t>
            </a:r>
            <a:r>
              <a:rPr lang="en-US" sz="2000" dirty="0" err="1" smtClean="0">
                <a:solidFill>
                  <a:schemeClr val="tx1"/>
                </a:solidFill>
              </a:rPr>
              <a:t>kimashita</a:t>
            </a:r>
            <a:r>
              <a:rPr lang="en-US" sz="2000" dirty="0" smtClean="0">
                <a:solidFill>
                  <a:schemeClr val="tx1"/>
                </a:solidFill>
              </a:rPr>
              <a:t> – coming from </a:t>
            </a:r>
            <a:r>
              <a:rPr lang="en-US" sz="2000" dirty="0" err="1" smtClean="0">
                <a:solidFill>
                  <a:schemeClr val="tx1"/>
                </a:solidFill>
              </a:rPr>
              <a:t>Tambaram</a:t>
            </a:r>
            <a:endParaRPr lang="en-US" sz="2000" dirty="0" smtClean="0">
              <a:solidFill>
                <a:schemeClr val="tx1"/>
              </a:solidFill>
            </a:endParaRPr>
          </a:p>
          <a:p>
            <a:pPr algn="l"/>
            <a:r>
              <a:rPr lang="en-US" sz="2000" dirty="0" err="1" smtClean="0">
                <a:solidFill>
                  <a:schemeClr val="tx1"/>
                </a:solidFill>
              </a:rPr>
              <a:t>Watashiwa</a:t>
            </a:r>
            <a:r>
              <a:rPr lang="en-US" sz="2000" dirty="0" smtClean="0">
                <a:solidFill>
                  <a:schemeClr val="tx1"/>
                </a:solidFill>
              </a:rPr>
              <a:t> </a:t>
            </a:r>
            <a:r>
              <a:rPr lang="en-US" sz="2000" dirty="0" err="1" smtClean="0">
                <a:solidFill>
                  <a:schemeClr val="tx1"/>
                </a:solidFill>
              </a:rPr>
              <a:t>Indojin</a:t>
            </a:r>
            <a:r>
              <a:rPr lang="en-US" sz="2000" dirty="0" smtClean="0">
                <a:solidFill>
                  <a:schemeClr val="tx1"/>
                </a:solidFill>
              </a:rPr>
              <a:t> </a:t>
            </a:r>
            <a:r>
              <a:rPr lang="en-US" sz="2000" dirty="0" err="1" smtClean="0">
                <a:solidFill>
                  <a:schemeClr val="tx1"/>
                </a:solidFill>
              </a:rPr>
              <a:t>desu</a:t>
            </a:r>
            <a:r>
              <a:rPr lang="en-US" sz="2000" dirty="0" smtClean="0">
                <a:solidFill>
                  <a:schemeClr val="tx1"/>
                </a:solidFill>
              </a:rPr>
              <a:t> – </a:t>
            </a:r>
            <a:r>
              <a:rPr lang="en-US" sz="2000" dirty="0" err="1" smtClean="0">
                <a:solidFill>
                  <a:schemeClr val="tx1"/>
                </a:solidFill>
              </a:rPr>
              <a:t>Iam</a:t>
            </a:r>
            <a:r>
              <a:rPr lang="en-US" sz="2000" dirty="0" smtClean="0">
                <a:solidFill>
                  <a:schemeClr val="tx1"/>
                </a:solidFill>
              </a:rPr>
              <a:t> an Indian </a:t>
            </a:r>
          </a:p>
          <a:p>
            <a:pPr algn="l"/>
            <a:r>
              <a:rPr lang="en-US" sz="2000" dirty="0" err="1" smtClean="0">
                <a:solidFill>
                  <a:schemeClr val="tx1"/>
                </a:solidFill>
              </a:rPr>
              <a:t>Eigo</a:t>
            </a:r>
            <a:r>
              <a:rPr lang="en-US" sz="2000" dirty="0" smtClean="0">
                <a:solidFill>
                  <a:schemeClr val="tx1"/>
                </a:solidFill>
              </a:rPr>
              <a:t> to </a:t>
            </a:r>
            <a:r>
              <a:rPr lang="en-US" sz="2000" dirty="0" err="1" smtClean="0">
                <a:solidFill>
                  <a:schemeClr val="tx1"/>
                </a:solidFill>
              </a:rPr>
              <a:t>Nihongo</a:t>
            </a:r>
            <a:r>
              <a:rPr lang="en-US" sz="2000" dirty="0" smtClean="0">
                <a:solidFill>
                  <a:schemeClr val="tx1"/>
                </a:solidFill>
              </a:rPr>
              <a:t> </a:t>
            </a:r>
            <a:r>
              <a:rPr lang="en-US" sz="2000" dirty="0" err="1" smtClean="0">
                <a:solidFill>
                  <a:schemeClr val="tx1"/>
                </a:solidFill>
              </a:rPr>
              <a:t>ga</a:t>
            </a:r>
            <a:r>
              <a:rPr lang="en-US" sz="2000" dirty="0" smtClean="0">
                <a:solidFill>
                  <a:schemeClr val="tx1"/>
                </a:solidFill>
              </a:rPr>
              <a:t> </a:t>
            </a:r>
            <a:r>
              <a:rPr lang="en-US" sz="2000" dirty="0" err="1" smtClean="0">
                <a:solidFill>
                  <a:schemeClr val="tx1"/>
                </a:solidFill>
              </a:rPr>
              <a:t>dekimasu</a:t>
            </a:r>
            <a:r>
              <a:rPr lang="en-US" sz="2000" dirty="0" smtClean="0">
                <a:solidFill>
                  <a:schemeClr val="tx1"/>
                </a:solidFill>
              </a:rPr>
              <a:t> – I can speak English and Japanese</a:t>
            </a:r>
          </a:p>
          <a:p>
            <a:pPr algn="l"/>
            <a:r>
              <a:rPr lang="en-US" sz="2000" dirty="0" err="1" smtClean="0">
                <a:solidFill>
                  <a:schemeClr val="tx1"/>
                </a:solidFill>
              </a:rPr>
              <a:t>Yoroshiku</a:t>
            </a:r>
            <a:r>
              <a:rPr lang="en-US" sz="2000" dirty="0" smtClean="0">
                <a:solidFill>
                  <a:schemeClr val="tx1"/>
                </a:solidFill>
              </a:rPr>
              <a:t> </a:t>
            </a:r>
            <a:r>
              <a:rPr lang="en-US" sz="2000" dirty="0" err="1" smtClean="0">
                <a:solidFill>
                  <a:schemeClr val="tx1"/>
                </a:solidFill>
              </a:rPr>
              <a:t>Onegaishimasu</a:t>
            </a:r>
            <a:r>
              <a:rPr lang="en-US" sz="2000" dirty="0" smtClean="0">
                <a:solidFill>
                  <a:schemeClr val="tx1"/>
                </a:solidFill>
              </a:rPr>
              <a:t>  - Nice to meet you /Glad to met you </a:t>
            </a:r>
          </a:p>
          <a:p>
            <a:pPr algn="l"/>
            <a:endParaRPr lang="en-US" dirty="0" smtClean="0">
              <a:solidFill>
                <a:schemeClr val="tx1"/>
              </a:solidFill>
            </a:endParaRPr>
          </a:p>
          <a:p>
            <a:pPr algn="l"/>
            <a:endParaRPr lang="en-US" dirty="0" smtClean="0">
              <a:solidFill>
                <a:schemeClr val="tx1"/>
              </a:solidFill>
            </a:endParaRPr>
          </a:p>
          <a:p>
            <a:pPr algn="l"/>
            <a:endParaRPr lang="en-IN" dirty="0"/>
          </a:p>
        </p:txBody>
      </p:sp>
    </p:spTree>
    <p:extLst>
      <p:ext uri="{BB962C8B-B14F-4D97-AF65-F5344CB8AC3E}">
        <p14:creationId xmlns:p14="http://schemas.microsoft.com/office/powerpoint/2010/main" val="14652296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Ojigi</a:t>
            </a:r>
            <a:r>
              <a:rPr lang="en-IN" dirty="0" smtClean="0"/>
              <a:t> – Bowing system </a:t>
            </a:r>
            <a:endParaRPr lang="en-IN" dirty="0"/>
          </a:p>
        </p:txBody>
      </p:sp>
      <p:pic>
        <p:nvPicPr>
          <p:cNvPr id="1030" name="Picture 6" descr="No photo description availab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4896" y="1244906"/>
            <a:ext cx="4494881" cy="4797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4384294"/>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817</TotalTime>
  <Words>493</Words>
  <Application>Microsoft Office PowerPoint</Application>
  <PresentationFormat>Widescreen</PresentationFormat>
  <Paragraphs>130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MODULE 2</vt:lpstr>
      <vt:lpstr>AISATSU (GREETINGS ) </vt:lpstr>
      <vt:lpstr>AISATSU (GREETINGS ) </vt:lpstr>
      <vt:lpstr>KAZU (NUMBERS ) </vt:lpstr>
      <vt:lpstr>KAZU (NUMBERS ) </vt:lpstr>
      <vt:lpstr>Week days (Youbi) </vt:lpstr>
      <vt:lpstr>Month(Gatsu) </vt:lpstr>
      <vt:lpstr>Month(Gatsu) </vt:lpstr>
      <vt:lpstr>COLOURS(IRO)</vt:lpstr>
      <vt:lpstr>Conversations (kaiwa)</vt:lpstr>
      <vt:lpstr>          JIKOSHOKAI      (Self Introduction)</vt:lpstr>
      <vt:lpstr>          JIKOSHOKAI- Part 2        (Self Introduction)</vt:lpstr>
      <vt:lpstr>          JIKOSHOKAI- Part 2      (Self Introduction)</vt:lpstr>
      <vt:lpstr>Ojigi – Bowing system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AISATSU (GREETINGS )</dc:title>
  <dc:creator>Jayashree</dc:creator>
  <cp:lastModifiedBy>Microsoft account</cp:lastModifiedBy>
  <cp:revision>60</cp:revision>
  <dcterms:created xsi:type="dcterms:W3CDTF">2022-08-10T08:37:46Z</dcterms:created>
  <dcterms:modified xsi:type="dcterms:W3CDTF">2025-12-05T09:58:40Z</dcterms:modified>
</cp:coreProperties>
</file>