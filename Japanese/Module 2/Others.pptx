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2" r:id="rId2"/>
    <p:sldId id="262" r:id="rId3"/>
    <p:sldId id="263" r:id="rId4"/>
    <p:sldId id="264" r:id="rId5"/>
    <p:sldId id="258" r:id="rId6"/>
    <p:sldId id="268" r:id="rId7"/>
    <p:sldId id="257" r:id="rId8"/>
    <p:sldId id="267" r:id="rId9"/>
    <p:sldId id="27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haan Parthanahalli" userId="2b78fde6a25176f6" providerId="LiveId" clId="{812EEEF0-6F0E-481F-8D9B-492D797F12F7}"/>
    <pc:docChg chg="modSld sldOrd">
      <pc:chgData name="Rehaan Parthanahalli" userId="2b78fde6a25176f6" providerId="LiveId" clId="{812EEEF0-6F0E-481F-8D9B-492D797F12F7}" dt="2026-01-06T03:12:31.077" v="20" actId="13926"/>
      <pc:docMkLst>
        <pc:docMk/>
      </pc:docMkLst>
      <pc:sldChg chg="ord">
        <pc:chgData name="Rehaan Parthanahalli" userId="2b78fde6a25176f6" providerId="LiveId" clId="{812EEEF0-6F0E-481F-8D9B-492D797F12F7}" dt="2026-01-06T03:03:07.757" v="17"/>
        <pc:sldMkLst>
          <pc:docMk/>
          <pc:sldMk cId="2556347043" sldId="257"/>
        </pc:sldMkLst>
      </pc:sldChg>
      <pc:sldChg chg="ord">
        <pc:chgData name="Rehaan Parthanahalli" userId="2b78fde6a25176f6" providerId="LiveId" clId="{812EEEF0-6F0E-481F-8D9B-492D797F12F7}" dt="2026-01-06T03:03:11.619" v="19"/>
        <pc:sldMkLst>
          <pc:docMk/>
          <pc:sldMk cId="3950438261" sldId="267"/>
        </pc:sldMkLst>
      </pc:sldChg>
      <pc:sldChg chg="modSp mod ord">
        <pc:chgData name="Rehaan Parthanahalli" userId="2b78fde6a25176f6" providerId="LiveId" clId="{812EEEF0-6F0E-481F-8D9B-492D797F12F7}" dt="2026-01-06T03:12:31.077" v="20" actId="13926"/>
        <pc:sldMkLst>
          <pc:docMk/>
          <pc:sldMk cId="1698351754" sldId="268"/>
        </pc:sldMkLst>
        <pc:spChg chg="mod">
          <ac:chgData name="Rehaan Parthanahalli" userId="2b78fde6a25176f6" providerId="LiveId" clId="{812EEEF0-6F0E-481F-8D9B-492D797F12F7}" dt="2026-01-06T03:12:31.077" v="20" actId="13926"/>
          <ac:spMkLst>
            <pc:docMk/>
            <pc:sldMk cId="1698351754" sldId="268"/>
            <ac:spMk id="3" creationId="{00000000-0000-0000-0000-000000000000}"/>
          </ac:spMkLst>
        </pc:spChg>
      </pc:sldChg>
      <pc:sldChg chg="ord">
        <pc:chgData name="Rehaan Parthanahalli" userId="2b78fde6a25176f6" providerId="LiveId" clId="{812EEEF0-6F0E-481F-8D9B-492D797F12F7}" dt="2026-01-06T03:00:58.595" v="4"/>
        <pc:sldMkLst>
          <pc:docMk/>
          <pc:sldMk cId="1465229617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1008367"/>
          </a:xfrm>
        </p:spPr>
        <p:txBody>
          <a:bodyPr/>
          <a:lstStyle/>
          <a:p>
            <a:pPr algn="ctr"/>
            <a:r>
              <a:rPr lang="en-IN" sz="4800" dirty="0"/>
              <a:t>SIMPLE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Kyou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nanyoubi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desuka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きょうは　なんょうび　ですか？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＿＿＿＿＿＿です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altLang="ja-JP" dirty="0" err="1">
                <a:solidFill>
                  <a:schemeClr val="tx1"/>
                </a:solidFill>
              </a:rPr>
              <a:t>Ashitawa</a:t>
            </a:r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 err="1">
                <a:solidFill>
                  <a:schemeClr val="tx1"/>
                </a:solidFill>
              </a:rPr>
              <a:t>nanyoubi</a:t>
            </a:r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 err="1">
                <a:solidFill>
                  <a:schemeClr val="tx1"/>
                </a:solidFill>
              </a:rPr>
              <a:t>desuka</a:t>
            </a:r>
            <a:r>
              <a:rPr lang="ja-JP" altLang="en-US" dirty="0">
                <a:solidFill>
                  <a:schemeClr val="tx1"/>
                </a:solidFill>
              </a:rPr>
              <a:t>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あしたは　なんようび　ですか？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＿＿＿＿＿＿＿＿です。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altLang="ja-JP" dirty="0" err="1">
                <a:solidFill>
                  <a:schemeClr val="tx1"/>
                </a:solidFill>
              </a:rPr>
              <a:t>Kinouwa</a:t>
            </a:r>
            <a:r>
              <a:rPr lang="ja-JP" altLang="en-US" dirty="0">
                <a:solidFill>
                  <a:schemeClr val="tx1"/>
                </a:solidFill>
              </a:rPr>
              <a:t>　</a:t>
            </a:r>
            <a:r>
              <a:rPr lang="en-US" altLang="ja-JP" dirty="0" err="1">
                <a:solidFill>
                  <a:schemeClr val="tx1"/>
                </a:solidFill>
              </a:rPr>
              <a:t>nanyoubi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desuka</a:t>
            </a:r>
            <a:r>
              <a:rPr lang="en-US" altLang="ja-JP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きのうは　なんようび　ですか？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＿＿＿＿＿＿＿＿＿＿です。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152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1008367"/>
          </a:xfrm>
        </p:spPr>
        <p:txBody>
          <a:bodyPr/>
          <a:lstStyle/>
          <a:p>
            <a:pPr algn="ctr"/>
            <a:r>
              <a:rPr lang="en-US" sz="4800" dirty="0"/>
              <a:t>SIMPLE QUESTIONS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468192"/>
            <a:ext cx="8011873" cy="443033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ja-JP" altLang="en-US" sz="2300" dirty="0">
                <a:solidFill>
                  <a:schemeClr val="tx1"/>
                </a:solidFill>
              </a:rPr>
              <a:t>こんがつは　なんがつ　ですか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 err="1">
                <a:solidFill>
                  <a:schemeClr val="tx1"/>
                </a:solidFill>
              </a:rPr>
              <a:t>Kongatsuwa</a:t>
            </a:r>
            <a:r>
              <a:rPr lang="en-US" altLang="ja-JP" sz="2300" dirty="0">
                <a:solidFill>
                  <a:schemeClr val="tx1"/>
                </a:solidFill>
              </a:rPr>
              <a:t> Nan </a:t>
            </a:r>
            <a:r>
              <a:rPr lang="en-US" altLang="ja-JP" sz="2300" dirty="0" err="1">
                <a:solidFill>
                  <a:schemeClr val="tx1"/>
                </a:solidFill>
              </a:rPr>
              <a:t>gatsu</a:t>
            </a:r>
            <a:r>
              <a:rPr lang="en-US" altLang="ja-JP" sz="2300" dirty="0">
                <a:solidFill>
                  <a:schemeClr val="tx1"/>
                </a:solidFill>
              </a:rPr>
              <a:t> </a:t>
            </a:r>
            <a:r>
              <a:rPr lang="en-US" altLang="ja-JP" sz="2300" dirty="0" err="1">
                <a:solidFill>
                  <a:schemeClr val="tx1"/>
                </a:solidFill>
              </a:rPr>
              <a:t>desuka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>
                <a:solidFill>
                  <a:schemeClr val="tx1"/>
                </a:solidFill>
              </a:rPr>
              <a:t>What Month is this?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ja-JP" altLang="en-US" sz="2300" dirty="0">
                <a:solidFill>
                  <a:schemeClr val="tx1"/>
                </a:solidFill>
              </a:rPr>
              <a:t>らいがつは　なんがつ　ですか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 err="1">
                <a:solidFill>
                  <a:schemeClr val="tx1"/>
                </a:solidFill>
              </a:rPr>
              <a:t>Raigatsuwa</a:t>
            </a:r>
            <a:r>
              <a:rPr lang="en-US" altLang="ja-JP" sz="2300" dirty="0">
                <a:solidFill>
                  <a:schemeClr val="tx1"/>
                </a:solidFill>
              </a:rPr>
              <a:t> </a:t>
            </a:r>
            <a:r>
              <a:rPr lang="en-US" altLang="ja-JP" sz="2300" dirty="0" err="1">
                <a:solidFill>
                  <a:schemeClr val="tx1"/>
                </a:solidFill>
              </a:rPr>
              <a:t>nangatsu</a:t>
            </a:r>
            <a:r>
              <a:rPr lang="en-US" altLang="ja-JP" sz="2300" dirty="0">
                <a:solidFill>
                  <a:schemeClr val="tx1"/>
                </a:solidFill>
              </a:rPr>
              <a:t> </a:t>
            </a:r>
            <a:r>
              <a:rPr lang="en-US" altLang="ja-JP" sz="2300" dirty="0" err="1">
                <a:solidFill>
                  <a:schemeClr val="tx1"/>
                </a:solidFill>
              </a:rPr>
              <a:t>desuka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>
                <a:solidFill>
                  <a:schemeClr val="tx1"/>
                </a:solidFill>
              </a:rPr>
              <a:t>What Month is Next month?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ja-JP" altLang="en-US" sz="2300" dirty="0">
                <a:solidFill>
                  <a:schemeClr val="tx1"/>
                </a:solidFill>
              </a:rPr>
              <a:t>せんがつは　なんがつ　ですか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 err="1">
                <a:solidFill>
                  <a:schemeClr val="tx1"/>
                </a:solidFill>
              </a:rPr>
              <a:t>Sengatsuwa</a:t>
            </a:r>
            <a:r>
              <a:rPr lang="en-US" altLang="ja-JP" sz="2300" dirty="0">
                <a:solidFill>
                  <a:schemeClr val="tx1"/>
                </a:solidFill>
              </a:rPr>
              <a:t> </a:t>
            </a:r>
            <a:r>
              <a:rPr lang="en-US" altLang="ja-JP" sz="2300" dirty="0" err="1">
                <a:solidFill>
                  <a:schemeClr val="tx1"/>
                </a:solidFill>
              </a:rPr>
              <a:t>nangatsu</a:t>
            </a:r>
            <a:r>
              <a:rPr lang="en-US" altLang="ja-JP" sz="2300" dirty="0">
                <a:solidFill>
                  <a:schemeClr val="tx1"/>
                </a:solidFill>
              </a:rPr>
              <a:t> </a:t>
            </a:r>
            <a:r>
              <a:rPr lang="en-US" altLang="ja-JP" sz="2300" dirty="0" err="1">
                <a:solidFill>
                  <a:schemeClr val="tx1"/>
                </a:solidFill>
              </a:rPr>
              <a:t>desuka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altLang="ja-JP" sz="2300" dirty="0">
                <a:solidFill>
                  <a:schemeClr val="tx1"/>
                </a:solidFill>
              </a:rPr>
              <a:t>What Month is Last month?</a:t>
            </a:r>
          </a:p>
          <a:p>
            <a:pPr algn="l"/>
            <a:endParaRPr lang="en-US" sz="23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00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89427"/>
          </a:xfrm>
        </p:spPr>
        <p:txBody>
          <a:bodyPr/>
          <a:lstStyle/>
          <a:p>
            <a:pPr algn="ctr"/>
            <a:r>
              <a:rPr lang="en-US" sz="4800" dirty="0"/>
              <a:t>SIMPLE QUESTIONS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197736"/>
            <a:ext cx="8011873" cy="5048518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Anatawa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Gakusei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desuka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あなたは　がくせい　でうか？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 err="1">
                <a:solidFill>
                  <a:schemeClr val="tx1"/>
                </a:solidFill>
              </a:rPr>
              <a:t>Hai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Gakusei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desu</a:t>
            </a:r>
            <a:r>
              <a:rPr lang="en-US" sz="2400" dirty="0">
                <a:solidFill>
                  <a:schemeClr val="tx1"/>
                </a:solidFill>
              </a:rPr>
              <a:t> (Affirmative)</a:t>
            </a: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はい。がくせい　です。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 err="1">
                <a:solidFill>
                  <a:schemeClr val="tx1"/>
                </a:solidFill>
              </a:rPr>
              <a:t>Iie</a:t>
            </a:r>
            <a:r>
              <a:rPr lang="en-US" sz="2400" dirty="0">
                <a:solidFill>
                  <a:schemeClr val="tx1"/>
                </a:solidFill>
              </a:rPr>
              <a:t> sensei </a:t>
            </a:r>
            <a:r>
              <a:rPr lang="en-US" sz="2400" dirty="0" err="1">
                <a:solidFill>
                  <a:schemeClr val="tx1"/>
                </a:solidFill>
              </a:rPr>
              <a:t>janai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desu</a:t>
            </a:r>
            <a:r>
              <a:rPr lang="en-US" sz="2400" dirty="0">
                <a:solidFill>
                  <a:schemeClr val="tx1"/>
                </a:solidFill>
              </a:rPr>
              <a:t>. Sensei </a:t>
            </a:r>
            <a:r>
              <a:rPr lang="en-US" sz="2400" dirty="0" err="1">
                <a:solidFill>
                  <a:schemeClr val="tx1"/>
                </a:solidFill>
              </a:rPr>
              <a:t>desu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いいえ。がくせい　じゃない　です。せんせい　です。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Oshigotowa</a:t>
            </a:r>
            <a:r>
              <a:rPr lang="en-US" sz="2400" dirty="0">
                <a:solidFill>
                  <a:schemeClr val="tx1"/>
                </a:solidFill>
              </a:rPr>
              <a:t> nan </a:t>
            </a:r>
            <a:r>
              <a:rPr lang="en-US" sz="2400" dirty="0" err="1">
                <a:solidFill>
                  <a:schemeClr val="tx1"/>
                </a:solidFill>
              </a:rPr>
              <a:t>desuka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おしごとは　なん　ですか？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 err="1">
                <a:solidFill>
                  <a:schemeClr val="tx1"/>
                </a:solidFill>
              </a:rPr>
              <a:t>Watashiwa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altLang="ja-JP" sz="2400" dirty="0">
                <a:solidFill>
                  <a:schemeClr val="tx1"/>
                </a:solidFill>
              </a:rPr>
              <a:t>Engineer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desu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わたしは　エンジニア　です。</a:t>
            </a:r>
            <a:endParaRPr lang="en-US" sz="24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300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30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6153" y="266641"/>
            <a:ext cx="8718759" cy="789427"/>
          </a:xfrm>
        </p:spPr>
        <p:txBody>
          <a:bodyPr/>
          <a:lstStyle/>
          <a:p>
            <a:pPr algn="ctr"/>
            <a:r>
              <a:rPr lang="en-US" altLang="ja-JP" sz="4800" dirty="0"/>
              <a:t>SIMPLE</a:t>
            </a:r>
            <a:r>
              <a:rPr lang="ja-JP" altLang="en-US" sz="4800" dirty="0"/>
              <a:t>　</a:t>
            </a:r>
            <a:r>
              <a:rPr lang="en-US" altLang="ja-JP" sz="4800" dirty="0"/>
              <a:t>QUESTIONS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130" y="1197736"/>
            <a:ext cx="8011873" cy="5048518"/>
          </a:xfrm>
        </p:spPr>
        <p:txBody>
          <a:bodyPr>
            <a:normAutofit/>
          </a:bodyPr>
          <a:lstStyle/>
          <a:p>
            <a:pPr algn="l"/>
            <a:r>
              <a:rPr lang="ja-JP" altLang="en-US" sz="2300" dirty="0">
                <a:solidFill>
                  <a:schemeClr val="tx1"/>
                </a:solidFill>
              </a:rPr>
              <a:t>なんさい　でうか？・おいくつ　でうか</a:t>
            </a:r>
            <a:endParaRPr lang="en-US" altLang="ja-JP" sz="2300" dirty="0">
              <a:solidFill>
                <a:schemeClr val="tx1"/>
              </a:solidFill>
            </a:endParaRPr>
          </a:p>
          <a:p>
            <a:pPr algn="l"/>
            <a:r>
              <a:rPr lang="en-US" sz="2300" dirty="0">
                <a:solidFill>
                  <a:schemeClr val="tx1"/>
                </a:solidFill>
              </a:rPr>
              <a:t>Nan </a:t>
            </a:r>
            <a:r>
              <a:rPr lang="en-US" sz="2300" dirty="0" err="1">
                <a:solidFill>
                  <a:schemeClr val="tx1"/>
                </a:solidFill>
              </a:rPr>
              <a:t>sai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desuka</a:t>
            </a:r>
            <a:r>
              <a:rPr lang="en-US" sz="2300" dirty="0">
                <a:solidFill>
                  <a:schemeClr val="tx1"/>
                </a:solidFill>
              </a:rPr>
              <a:t> /</a:t>
            </a:r>
            <a:r>
              <a:rPr lang="en-US" sz="2300" dirty="0" err="1">
                <a:solidFill>
                  <a:schemeClr val="tx1"/>
                </a:solidFill>
              </a:rPr>
              <a:t>Oikutsu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desuka</a:t>
            </a:r>
            <a:endParaRPr lang="en-US" sz="2300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はたち　です 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dirty="0" err="1">
                <a:solidFill>
                  <a:schemeClr val="tx1"/>
                </a:solidFill>
              </a:rPr>
              <a:t>Hatachi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desu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/>
                </a:solidFill>
              </a:rPr>
              <a:t>どこに　すんで　いますか？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dirty="0" err="1">
                <a:solidFill>
                  <a:schemeClr val="tx1"/>
                </a:solidFill>
              </a:rPr>
              <a:t>Doko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sunde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imasuka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チェンナイに　すんで　います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altLang="ja-JP" dirty="0">
                <a:solidFill>
                  <a:schemeClr val="tx1"/>
                </a:solidFill>
              </a:rPr>
              <a:t>Chennai </a:t>
            </a:r>
            <a:r>
              <a:rPr lang="en-US" altLang="ja-JP" dirty="0" err="1">
                <a:solidFill>
                  <a:schemeClr val="tx1"/>
                </a:solidFill>
              </a:rPr>
              <a:t>ni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sunde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imasu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おくには　なん　ですか？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altLang="ja-JP" dirty="0" err="1">
                <a:solidFill>
                  <a:schemeClr val="tx1"/>
                </a:solidFill>
              </a:rPr>
              <a:t>Okuniwa</a:t>
            </a:r>
            <a:r>
              <a:rPr lang="en-US" altLang="ja-JP" dirty="0">
                <a:solidFill>
                  <a:schemeClr val="tx1"/>
                </a:solidFill>
              </a:rPr>
              <a:t> nan </a:t>
            </a:r>
            <a:r>
              <a:rPr lang="en-US" altLang="ja-JP" dirty="0" err="1">
                <a:solidFill>
                  <a:schemeClr val="tx1"/>
                </a:solidFill>
              </a:rPr>
              <a:t>desuka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インタじん　です・にほんじん　です</a:t>
            </a:r>
            <a:endParaRPr lang="en-US" altLang="ja-JP" dirty="0">
              <a:solidFill>
                <a:schemeClr val="tx1"/>
              </a:solidFill>
            </a:endParaRPr>
          </a:p>
          <a:p>
            <a:pPr algn="l"/>
            <a:r>
              <a:rPr lang="en-US" altLang="ja-JP" dirty="0" err="1">
                <a:solidFill>
                  <a:schemeClr val="tx1"/>
                </a:solidFill>
              </a:rPr>
              <a:t>Indojin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desu</a:t>
            </a:r>
            <a:r>
              <a:rPr lang="en-US" altLang="ja-JP" dirty="0">
                <a:solidFill>
                  <a:schemeClr val="tx1"/>
                </a:solidFill>
              </a:rPr>
              <a:t>/ </a:t>
            </a:r>
            <a:r>
              <a:rPr lang="en-US" altLang="ja-JP" dirty="0" err="1">
                <a:solidFill>
                  <a:schemeClr val="tx1"/>
                </a:solidFill>
              </a:rPr>
              <a:t>Nihonjin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en-US" altLang="ja-JP" dirty="0" err="1">
                <a:solidFill>
                  <a:schemeClr val="tx1"/>
                </a:solidFill>
              </a:rPr>
              <a:t>desu</a:t>
            </a:r>
            <a:r>
              <a:rPr lang="en-US" altLang="ja-JP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9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2737" y="382550"/>
            <a:ext cx="7534141" cy="1665191"/>
          </a:xfrm>
        </p:spPr>
        <p:txBody>
          <a:bodyPr/>
          <a:lstStyle/>
          <a:p>
            <a:pPr algn="ctr"/>
            <a:r>
              <a:rPr lang="en-US" dirty="0"/>
              <a:t>SIMPLE QUESTIONS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429555"/>
            <a:ext cx="7766936" cy="4100912"/>
          </a:xfrm>
        </p:spPr>
        <p:txBody>
          <a:bodyPr>
            <a:normAutofit/>
          </a:bodyPr>
          <a:lstStyle/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あなたは　なにごが　できますか？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l"/>
            <a:r>
              <a:rPr lang="en-US" altLang="ja-JP" sz="2400" dirty="0" err="1">
                <a:solidFill>
                  <a:schemeClr val="tx1"/>
                </a:solidFill>
              </a:rPr>
              <a:t>Anatawa</a:t>
            </a:r>
            <a:r>
              <a:rPr lang="en-US" altLang="ja-JP" sz="2400" dirty="0">
                <a:solidFill>
                  <a:schemeClr val="tx1"/>
                </a:solidFill>
              </a:rPr>
              <a:t> </a:t>
            </a:r>
            <a:r>
              <a:rPr lang="en-US" altLang="ja-JP" sz="2400" dirty="0" err="1">
                <a:solidFill>
                  <a:schemeClr val="tx1"/>
                </a:solidFill>
              </a:rPr>
              <a:t>nanigoga</a:t>
            </a:r>
            <a:r>
              <a:rPr lang="en-US" altLang="ja-JP" sz="2400" dirty="0">
                <a:solidFill>
                  <a:schemeClr val="tx1"/>
                </a:solidFill>
              </a:rPr>
              <a:t> </a:t>
            </a:r>
            <a:r>
              <a:rPr lang="en-US" altLang="ja-JP" sz="2400" dirty="0" err="1">
                <a:solidFill>
                  <a:schemeClr val="tx1"/>
                </a:solidFill>
              </a:rPr>
              <a:t>dekimasuka</a:t>
            </a:r>
            <a:r>
              <a:rPr lang="en-US" altLang="ja-JP" sz="2400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えいごと にほんごが　できます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 err="1">
                <a:solidFill>
                  <a:schemeClr val="tx1"/>
                </a:solidFill>
              </a:rPr>
              <a:t>Eigoto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nihongo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ga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dekimasu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ja-JP" altLang="en-US" sz="2400" dirty="0">
                <a:solidFill>
                  <a:schemeClr val="tx1"/>
                </a:solidFill>
              </a:rPr>
              <a:t>どこ　から　きました？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sz="2400" dirty="0" err="1">
                <a:solidFill>
                  <a:schemeClr val="tx1"/>
                </a:solidFill>
              </a:rPr>
              <a:t>Doko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kara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kimashita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  <a:p>
            <a:pPr algn="l"/>
            <a:r>
              <a:rPr lang="en-US" altLang="ja-JP" sz="2400" dirty="0" err="1">
                <a:solidFill>
                  <a:schemeClr val="tx1"/>
                </a:solidFill>
              </a:rPr>
              <a:t>Tambaram</a:t>
            </a:r>
            <a:r>
              <a:rPr lang="ja-JP" altLang="en-US" sz="2400" dirty="0">
                <a:solidFill>
                  <a:schemeClr val="tx1"/>
                </a:solidFill>
              </a:rPr>
              <a:t>　から　きました</a:t>
            </a:r>
            <a:endParaRPr lang="en-US" sz="2400" dirty="0">
              <a:solidFill>
                <a:schemeClr val="tx1"/>
              </a:solidFill>
            </a:endParaRPr>
          </a:p>
          <a:p>
            <a:pPr algn="l"/>
            <a:r>
              <a:rPr lang="en-US" altLang="ja-JP" sz="2400" dirty="0" err="1">
                <a:solidFill>
                  <a:schemeClr val="tx1"/>
                </a:solidFill>
              </a:rPr>
              <a:t>Tambaram</a:t>
            </a:r>
            <a:r>
              <a:rPr lang="en-US" altLang="ja-JP" sz="2400" dirty="0">
                <a:solidFill>
                  <a:schemeClr val="tx1"/>
                </a:solidFill>
              </a:rPr>
              <a:t> </a:t>
            </a:r>
            <a:r>
              <a:rPr lang="en-US" altLang="ja-JP" sz="2400" dirty="0" err="1">
                <a:solidFill>
                  <a:schemeClr val="tx1"/>
                </a:solidFill>
              </a:rPr>
              <a:t>kara</a:t>
            </a:r>
            <a:r>
              <a:rPr lang="en-US" altLang="ja-JP" sz="2400" dirty="0">
                <a:solidFill>
                  <a:schemeClr val="tx1"/>
                </a:solidFill>
              </a:rPr>
              <a:t> </a:t>
            </a:r>
            <a:r>
              <a:rPr lang="en-US" altLang="ja-JP" sz="2400" dirty="0" err="1">
                <a:solidFill>
                  <a:schemeClr val="tx1"/>
                </a:solidFill>
              </a:rPr>
              <a:t>kimashita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52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96214"/>
            <a:ext cx="7766936" cy="1545465"/>
          </a:xfrm>
        </p:spPr>
        <p:txBody>
          <a:bodyPr/>
          <a:lstStyle/>
          <a:p>
            <a:pPr algn="l"/>
            <a:r>
              <a:rPr lang="en-US" sz="4800" dirty="0"/>
              <a:t>          JIKOSHOKAI- Part 2</a:t>
            </a:r>
            <a:br>
              <a:rPr lang="en-US" sz="4800" dirty="0"/>
            </a:br>
            <a:r>
              <a:rPr lang="en-US" sz="4800"/>
              <a:t>       (</a:t>
            </a:r>
            <a:r>
              <a:rPr lang="en-US" sz="4800" dirty="0"/>
              <a:t>Self Introduction)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841679"/>
            <a:ext cx="7766936" cy="460318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Vocabulary :-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Sai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Age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Sunde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imasu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Live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Jin – Nationality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Go - language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Eigo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English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Nihongo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Japanese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Dekimasu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Can /can speak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Dekimasen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Cant speak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Indojin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Indian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Gakusei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Student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Doitsugo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German Language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</a:rPr>
              <a:t>Furansugo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</a:rPr>
              <a:t> – French language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35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884" y="408309"/>
            <a:ext cx="7766936" cy="1150035"/>
          </a:xfrm>
        </p:spPr>
        <p:txBody>
          <a:bodyPr/>
          <a:lstStyle/>
          <a:p>
            <a:pPr algn="l"/>
            <a:r>
              <a:rPr lang="en-US" altLang="ja-JP" dirty="0"/>
              <a:t>SIMPLE</a:t>
            </a:r>
            <a:r>
              <a:rPr lang="ja-JP" altLang="en-US" dirty="0"/>
              <a:t>　</a:t>
            </a:r>
            <a:r>
              <a:rPr lang="en-US" altLang="ja-JP" dirty="0"/>
              <a:t>QUESTIONS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558344"/>
            <a:ext cx="7766936" cy="3872724"/>
          </a:xfrm>
        </p:spPr>
        <p:txBody>
          <a:bodyPr>
            <a:normAutofit/>
          </a:bodyPr>
          <a:lstStyle/>
          <a:p>
            <a:pPr lvl="1" algn="l"/>
            <a:r>
              <a:rPr lang="ja-JP" altLang="en-US" sz="2000" dirty="0">
                <a:solidFill>
                  <a:schemeClr val="tx1"/>
                </a:solidFill>
              </a:rPr>
              <a:t>おげんき　ですか？</a:t>
            </a:r>
            <a:endParaRPr lang="en-US" sz="2000" dirty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 </a:t>
            </a:r>
            <a:r>
              <a:rPr lang="en-US" sz="2000" dirty="0" err="1">
                <a:solidFill>
                  <a:schemeClr val="tx1"/>
                </a:solidFill>
              </a:rPr>
              <a:t>genki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desuka</a:t>
            </a:r>
            <a:r>
              <a:rPr lang="en-US" sz="2000" dirty="0">
                <a:solidFill>
                  <a:schemeClr val="tx1"/>
                </a:solidFill>
              </a:rPr>
              <a:t> – How are you </a:t>
            </a:r>
          </a:p>
          <a:p>
            <a:pPr lvl="1" algn="l"/>
            <a:r>
              <a:rPr lang="ja-JP" altLang="en-US" sz="2000" dirty="0">
                <a:solidFill>
                  <a:schemeClr val="tx1"/>
                </a:solidFill>
              </a:rPr>
              <a:t>はい。げんき　です。</a:t>
            </a:r>
            <a:endParaRPr lang="en-US" sz="2000" dirty="0">
              <a:solidFill>
                <a:schemeClr val="tx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</a:rPr>
              <a:t>Hai</a:t>
            </a:r>
            <a:r>
              <a:rPr lang="en-US" sz="2000" dirty="0">
                <a:solidFill>
                  <a:schemeClr val="tx1"/>
                </a:solidFill>
              </a:rPr>
              <a:t> .</a:t>
            </a:r>
            <a:r>
              <a:rPr lang="en-US" sz="2000" dirty="0" err="1">
                <a:solidFill>
                  <a:schemeClr val="tx1"/>
                </a:solidFill>
              </a:rPr>
              <a:t>Genki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– Yes. I am fine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 </a:t>
            </a:r>
            <a:r>
              <a:rPr lang="en-US" dirty="0" err="1">
                <a:solidFill>
                  <a:schemeClr val="tx1"/>
                </a:solidFill>
              </a:rPr>
              <a:t>namae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wa</a:t>
            </a:r>
            <a:r>
              <a:rPr lang="en-US" dirty="0">
                <a:solidFill>
                  <a:schemeClr val="tx1"/>
                </a:solidFill>
              </a:rPr>
              <a:t> nan </a:t>
            </a:r>
            <a:r>
              <a:rPr lang="en-US" dirty="0" err="1">
                <a:solidFill>
                  <a:schemeClr val="tx1"/>
                </a:solidFill>
              </a:rPr>
              <a:t>desuka</a:t>
            </a:r>
            <a:r>
              <a:rPr lang="en-US" dirty="0">
                <a:solidFill>
                  <a:schemeClr val="tx1"/>
                </a:solidFill>
              </a:rPr>
              <a:t> – What is your Name</a:t>
            </a: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おなまえは　なん　ですか？</a:t>
            </a:r>
            <a:endParaRPr lang="en-US" altLang="ja-JP" dirty="0">
              <a:solidFill>
                <a:schemeClr val="tx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altLang="ja-JP" dirty="0" err="1">
                <a:solidFill>
                  <a:schemeClr val="tx1"/>
                </a:solidFill>
              </a:rPr>
              <a:t>Watashiwa</a:t>
            </a:r>
            <a:r>
              <a:rPr lang="ja-JP" altLang="en-US" dirty="0">
                <a:solidFill>
                  <a:schemeClr val="tx1"/>
                </a:solidFill>
              </a:rPr>
              <a:t>＿＿＿＿</a:t>
            </a:r>
            <a:r>
              <a:rPr lang="en-US" altLang="ja-JP" dirty="0" err="1">
                <a:solidFill>
                  <a:schemeClr val="tx1"/>
                </a:solidFill>
              </a:rPr>
              <a:t>desu</a:t>
            </a:r>
            <a:r>
              <a:rPr lang="en-US" altLang="ja-JP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ja-JP" altLang="en-US" dirty="0">
                <a:solidFill>
                  <a:schemeClr val="tx1"/>
                </a:solidFill>
              </a:rPr>
              <a:t>わたしは＿＿＿＿＿です。</a:t>
            </a:r>
            <a:endParaRPr lang="en-US" dirty="0">
              <a:solidFill>
                <a:schemeClr val="tx1"/>
              </a:solidFill>
            </a:endParaRPr>
          </a:p>
          <a:p>
            <a:pPr lvl="1" algn="l"/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4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96214"/>
            <a:ext cx="7766936" cy="1545465"/>
          </a:xfrm>
        </p:spPr>
        <p:txBody>
          <a:bodyPr/>
          <a:lstStyle/>
          <a:p>
            <a:pPr algn="l"/>
            <a:r>
              <a:rPr lang="en-US" sz="4800" dirty="0"/>
              <a:t>          JIKOSHOKAI</a:t>
            </a:r>
            <a:br>
              <a:rPr lang="en-US" sz="4800" dirty="0"/>
            </a:br>
            <a:r>
              <a:rPr lang="en-US" sz="4800" dirty="0"/>
              <a:t>     (Self Introduction)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2498501"/>
            <a:ext cx="7766936" cy="3052293"/>
          </a:xfrm>
        </p:spPr>
        <p:txBody>
          <a:bodyPr/>
          <a:lstStyle/>
          <a:p>
            <a:pPr algn="l"/>
            <a:r>
              <a:rPr lang="en-US" sz="2000" dirty="0" err="1">
                <a:solidFill>
                  <a:schemeClr val="tx1"/>
                </a:solidFill>
              </a:rPr>
              <a:t>Hajimemashite</a:t>
            </a:r>
            <a:r>
              <a:rPr lang="en-US" sz="2000" dirty="0">
                <a:solidFill>
                  <a:schemeClr val="tx1"/>
                </a:solidFill>
              </a:rPr>
              <a:t> – How do you do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Watashiwa</a:t>
            </a:r>
            <a:r>
              <a:rPr lang="en-US" sz="2000" dirty="0">
                <a:solidFill>
                  <a:schemeClr val="tx1"/>
                </a:solidFill>
              </a:rPr>
              <a:t> _____________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 - </a:t>
            </a:r>
            <a:r>
              <a:rPr lang="en-US" sz="2000" dirty="0" err="1">
                <a:solidFill>
                  <a:schemeClr val="tx1"/>
                </a:solidFill>
              </a:rPr>
              <a:t>Iam</a:t>
            </a:r>
            <a:r>
              <a:rPr lang="en-US" sz="2000" dirty="0">
                <a:solidFill>
                  <a:schemeClr val="tx1"/>
                </a:solidFill>
              </a:rPr>
              <a:t> _______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Tambaram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kara</a:t>
            </a: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kimashita</a:t>
            </a:r>
            <a:r>
              <a:rPr lang="en-US" sz="2000" dirty="0">
                <a:solidFill>
                  <a:schemeClr val="tx1"/>
                </a:solidFill>
              </a:rPr>
              <a:t> – coming from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Yoroshiku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Onegaishimasu</a:t>
            </a:r>
            <a:r>
              <a:rPr lang="en-US" sz="2000" dirty="0">
                <a:solidFill>
                  <a:schemeClr val="tx1"/>
                </a:solidFill>
              </a:rPr>
              <a:t>  - Nice to meet you /Glad to met you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438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96214"/>
            <a:ext cx="7766936" cy="1545465"/>
          </a:xfrm>
        </p:spPr>
        <p:txBody>
          <a:bodyPr/>
          <a:lstStyle/>
          <a:p>
            <a:pPr algn="l"/>
            <a:r>
              <a:rPr lang="en-US" sz="4800" dirty="0"/>
              <a:t>          JIKOSHOKAI- Part 2</a:t>
            </a:r>
            <a:br>
              <a:rPr lang="en-US" sz="4800" dirty="0"/>
            </a:br>
            <a:r>
              <a:rPr lang="en-US" sz="4800" dirty="0"/>
              <a:t>     (Self Introduction)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1841679"/>
            <a:ext cx="7766936" cy="4603188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Hajimemashite</a:t>
            </a:r>
            <a:r>
              <a:rPr lang="en-US" sz="2000" dirty="0">
                <a:solidFill>
                  <a:schemeClr val="tx1"/>
                </a:solidFill>
              </a:rPr>
              <a:t> – How do you do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Watashiwa</a:t>
            </a:r>
            <a:r>
              <a:rPr lang="en-US" sz="2000" dirty="0">
                <a:solidFill>
                  <a:schemeClr val="tx1"/>
                </a:solidFill>
              </a:rPr>
              <a:t> _____________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 - </a:t>
            </a:r>
            <a:r>
              <a:rPr lang="en-US" sz="2000" dirty="0" err="1">
                <a:solidFill>
                  <a:schemeClr val="tx1"/>
                </a:solidFill>
              </a:rPr>
              <a:t>Iam</a:t>
            </a:r>
            <a:r>
              <a:rPr lang="en-US" sz="2000" dirty="0">
                <a:solidFill>
                  <a:schemeClr val="tx1"/>
                </a:solidFill>
              </a:rPr>
              <a:t> _______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Chennai </a:t>
            </a:r>
            <a:r>
              <a:rPr lang="en-US" sz="2000" dirty="0" err="1">
                <a:solidFill>
                  <a:schemeClr val="tx1"/>
                </a:solidFill>
              </a:rPr>
              <a:t>ni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sunde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imasu</a:t>
            </a:r>
            <a:r>
              <a:rPr lang="en-US" sz="2000" dirty="0">
                <a:solidFill>
                  <a:schemeClr val="tx1"/>
                </a:solidFill>
              </a:rPr>
              <a:t>  - Living in Chennai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Hatachi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 - </a:t>
            </a:r>
            <a:r>
              <a:rPr lang="en-US" sz="2000" dirty="0" err="1">
                <a:solidFill>
                  <a:schemeClr val="tx1"/>
                </a:solidFill>
              </a:rPr>
              <a:t>Iam</a:t>
            </a:r>
            <a:r>
              <a:rPr lang="en-US" sz="2000" dirty="0">
                <a:solidFill>
                  <a:schemeClr val="tx1"/>
                </a:solidFill>
              </a:rPr>
              <a:t> 20 years old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Watashiwa</a:t>
            </a:r>
            <a:r>
              <a:rPr lang="en-US" sz="2000" dirty="0">
                <a:solidFill>
                  <a:schemeClr val="tx1"/>
                </a:solidFill>
              </a:rPr>
              <a:t> VIT no </a:t>
            </a:r>
            <a:r>
              <a:rPr lang="en-US" sz="2000" dirty="0" err="1">
                <a:solidFill>
                  <a:schemeClr val="tx1"/>
                </a:solidFill>
              </a:rPr>
              <a:t>gakusei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Iam</a:t>
            </a:r>
            <a:r>
              <a:rPr lang="en-US" sz="2000" dirty="0">
                <a:solidFill>
                  <a:schemeClr val="tx1"/>
                </a:solidFill>
              </a:rPr>
              <a:t> a student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Tambaram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kara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kimashita</a:t>
            </a:r>
            <a:r>
              <a:rPr lang="en-US" sz="2000" dirty="0">
                <a:solidFill>
                  <a:schemeClr val="tx1"/>
                </a:solidFill>
              </a:rPr>
              <a:t> – coming from </a:t>
            </a:r>
            <a:r>
              <a:rPr lang="en-US" sz="2000" dirty="0" err="1">
                <a:solidFill>
                  <a:schemeClr val="tx1"/>
                </a:solidFill>
              </a:rPr>
              <a:t>Tambaram</a:t>
            </a:r>
            <a:endParaRPr lang="en-US" sz="2000" dirty="0">
              <a:solidFill>
                <a:schemeClr val="tx1"/>
              </a:solidFill>
            </a:endParaRP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Watashiwa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Indojin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desu</a:t>
            </a:r>
            <a:r>
              <a:rPr lang="en-US" sz="2000" dirty="0">
                <a:solidFill>
                  <a:schemeClr val="tx1"/>
                </a:solidFill>
              </a:rPr>
              <a:t> – </a:t>
            </a:r>
            <a:r>
              <a:rPr lang="en-US" sz="2000" dirty="0" err="1">
                <a:solidFill>
                  <a:schemeClr val="tx1"/>
                </a:solidFill>
              </a:rPr>
              <a:t>Iam</a:t>
            </a:r>
            <a:r>
              <a:rPr lang="en-US" sz="2000" dirty="0">
                <a:solidFill>
                  <a:schemeClr val="tx1"/>
                </a:solidFill>
              </a:rPr>
              <a:t> an Indian 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Eigo</a:t>
            </a:r>
            <a:r>
              <a:rPr lang="en-US" sz="2000" dirty="0">
                <a:solidFill>
                  <a:schemeClr val="tx1"/>
                </a:solidFill>
              </a:rPr>
              <a:t> to </a:t>
            </a:r>
            <a:r>
              <a:rPr lang="en-US" sz="2000" dirty="0" err="1">
                <a:solidFill>
                  <a:schemeClr val="tx1"/>
                </a:solidFill>
              </a:rPr>
              <a:t>Nihongo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dekimasu</a:t>
            </a:r>
            <a:r>
              <a:rPr lang="en-US" sz="2000" dirty="0">
                <a:solidFill>
                  <a:schemeClr val="tx1"/>
                </a:solidFill>
              </a:rPr>
              <a:t> – I can speak English and Japanese</a:t>
            </a:r>
          </a:p>
          <a:p>
            <a:pPr algn="l"/>
            <a:r>
              <a:rPr lang="en-US" sz="2000" dirty="0" err="1">
                <a:solidFill>
                  <a:schemeClr val="tx1"/>
                </a:solidFill>
              </a:rPr>
              <a:t>Yoroshiku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Onegaishimasu</a:t>
            </a:r>
            <a:r>
              <a:rPr lang="en-US" sz="2000" dirty="0">
                <a:solidFill>
                  <a:schemeClr val="tx1"/>
                </a:solidFill>
              </a:rPr>
              <a:t>  - Nice to meet you /Glad to met you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52296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1669</TotalTime>
  <Words>654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SIMPLE QUESTIONS</vt:lpstr>
      <vt:lpstr>SIMPLE QUESTIONS</vt:lpstr>
      <vt:lpstr>SIMPLE QUESTIONS</vt:lpstr>
      <vt:lpstr>SIMPLE　QUESTIONS</vt:lpstr>
      <vt:lpstr>SIMPLE QUESTIONS </vt:lpstr>
      <vt:lpstr>          JIKOSHOKAI- Part 2        (Self Introduction)</vt:lpstr>
      <vt:lpstr>SIMPLE　QUESTIONS</vt:lpstr>
      <vt:lpstr>          JIKOSHOKAI      (Self Introduction)</vt:lpstr>
      <vt:lpstr>          JIKOSHOKAI- Part 2      (Self Introduction)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AISATSU (GREETINGS )</dc:title>
  <dc:creator>Jayashree</dc:creator>
  <cp:lastModifiedBy>Rehaan Parthanahalli</cp:lastModifiedBy>
  <cp:revision>66</cp:revision>
  <dcterms:created xsi:type="dcterms:W3CDTF">2022-08-10T08:37:46Z</dcterms:created>
  <dcterms:modified xsi:type="dcterms:W3CDTF">2026-01-06T03:12:40Z</dcterms:modified>
</cp:coreProperties>
</file>