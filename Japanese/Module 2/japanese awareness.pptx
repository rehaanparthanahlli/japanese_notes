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58" r:id="rId6"/>
    <p:sldId id="265" r:id="rId7"/>
    <p:sldId id="266" r:id="rId8"/>
    <p:sldId id="257" r:id="rId9"/>
    <p:sldId id="259" r:id="rId10"/>
    <p:sldId id="267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153" y="266641"/>
            <a:ext cx="8718759" cy="1008367"/>
          </a:xfrm>
        </p:spPr>
        <p:txBody>
          <a:bodyPr/>
          <a:lstStyle/>
          <a:p>
            <a:pPr algn="ctr"/>
            <a:r>
              <a:rPr lang="en-US" sz="4800" dirty="0" smtClean="0"/>
              <a:t>AISATSU (GREETINGS ) 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130" y="1468192"/>
            <a:ext cx="8011873" cy="443033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Good Morning – </a:t>
            </a:r>
            <a:r>
              <a:rPr lang="en-US" sz="2800" dirty="0" err="1" smtClean="0">
                <a:solidFill>
                  <a:schemeClr val="tx1"/>
                </a:solidFill>
              </a:rPr>
              <a:t>Ohaiyo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Gozaimasu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Good Afternoon/Hello – Konnichiwa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Good Evening –Konbanwa(</a:t>
            </a:r>
            <a:r>
              <a:rPr lang="en-US" sz="2800" dirty="0" err="1" smtClean="0">
                <a:solidFill>
                  <a:schemeClr val="tx1"/>
                </a:solidFill>
              </a:rPr>
              <a:t>kombawa</a:t>
            </a:r>
            <a:r>
              <a:rPr lang="en-US" sz="2800" dirty="0" smtClean="0">
                <a:solidFill>
                  <a:schemeClr val="tx1"/>
                </a:solidFill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Good Night – </a:t>
            </a:r>
            <a:r>
              <a:rPr lang="en-US" sz="2800" dirty="0" err="1" smtClean="0">
                <a:solidFill>
                  <a:schemeClr val="tx1"/>
                </a:solidFill>
              </a:rPr>
              <a:t>Oyasumi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Nasai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Excuse me – </a:t>
            </a:r>
            <a:r>
              <a:rPr lang="en-US" sz="2800" dirty="0" err="1" smtClean="0">
                <a:solidFill>
                  <a:schemeClr val="tx1"/>
                </a:solidFill>
              </a:rPr>
              <a:t>Sumimasen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Sorry – </a:t>
            </a:r>
            <a:r>
              <a:rPr lang="en-US" sz="2800" dirty="0" err="1" smtClean="0">
                <a:solidFill>
                  <a:schemeClr val="tx1"/>
                </a:solidFill>
              </a:rPr>
              <a:t>Gomen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Nasai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Thank you – </a:t>
            </a:r>
            <a:r>
              <a:rPr lang="en-US" sz="2800" dirty="0" err="1" smtClean="0">
                <a:solidFill>
                  <a:schemeClr val="tx1"/>
                </a:solidFill>
              </a:rPr>
              <a:t>Arigatou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Gozaimasu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29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153" y="266641"/>
            <a:ext cx="8718759" cy="1008367"/>
          </a:xfrm>
        </p:spPr>
        <p:txBody>
          <a:bodyPr/>
          <a:lstStyle/>
          <a:p>
            <a:pPr algn="ctr"/>
            <a:r>
              <a:rPr lang="en-US" sz="4800" dirty="0" smtClean="0"/>
              <a:t>AISATSU (GREETINGS ) 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130" y="1468192"/>
            <a:ext cx="8011873" cy="443033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tx1"/>
                </a:solidFill>
              </a:rPr>
              <a:t>See you – </a:t>
            </a:r>
            <a:r>
              <a:rPr lang="en-US" sz="2300" dirty="0" err="1" smtClean="0">
                <a:solidFill>
                  <a:schemeClr val="tx1"/>
                </a:solidFill>
              </a:rPr>
              <a:t>Ja</a:t>
            </a:r>
            <a:r>
              <a:rPr lang="en-US" sz="2300" dirty="0" smtClean="0">
                <a:solidFill>
                  <a:schemeClr val="tx1"/>
                </a:solidFill>
              </a:rPr>
              <a:t> </a:t>
            </a:r>
            <a:r>
              <a:rPr lang="en-US" sz="2300" dirty="0" err="1" smtClean="0">
                <a:solidFill>
                  <a:schemeClr val="tx1"/>
                </a:solidFill>
              </a:rPr>
              <a:t>mata</a:t>
            </a:r>
            <a:endParaRPr lang="en-US" sz="23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tx1"/>
                </a:solidFill>
              </a:rPr>
              <a:t>Tomorrow – </a:t>
            </a:r>
            <a:r>
              <a:rPr lang="en-US" sz="2300" dirty="0" err="1" smtClean="0">
                <a:solidFill>
                  <a:schemeClr val="tx1"/>
                </a:solidFill>
              </a:rPr>
              <a:t>Ashit</a:t>
            </a:r>
            <a:r>
              <a:rPr lang="en-US" sz="2300" dirty="0" err="1">
                <a:solidFill>
                  <a:schemeClr val="tx1"/>
                </a:solidFill>
              </a:rPr>
              <a:t>a</a:t>
            </a:r>
            <a:endParaRPr lang="en-US" sz="23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tx1"/>
                </a:solidFill>
              </a:rPr>
              <a:t>Yesterday – Kino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tx1"/>
                </a:solidFill>
              </a:rPr>
              <a:t>Today – </a:t>
            </a:r>
            <a:r>
              <a:rPr lang="en-US" sz="2300" dirty="0" err="1" smtClean="0">
                <a:solidFill>
                  <a:schemeClr val="tx1"/>
                </a:solidFill>
              </a:rPr>
              <a:t>kyo</a:t>
            </a:r>
            <a:endParaRPr lang="en-US" sz="23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tx1"/>
                </a:solidFill>
              </a:rPr>
              <a:t>Student – </a:t>
            </a:r>
            <a:r>
              <a:rPr lang="en-US" sz="2300" dirty="0" err="1" smtClean="0">
                <a:solidFill>
                  <a:schemeClr val="tx1"/>
                </a:solidFill>
              </a:rPr>
              <a:t>Gakusei</a:t>
            </a:r>
            <a:endParaRPr lang="en-US" sz="23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Yes – </a:t>
            </a:r>
            <a:r>
              <a:rPr lang="en-US" sz="2400" dirty="0" err="1">
                <a:solidFill>
                  <a:schemeClr val="tx1"/>
                </a:solidFill>
              </a:rPr>
              <a:t>Hai</a:t>
            </a:r>
            <a:endParaRPr lang="en-US" sz="24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No – </a:t>
            </a:r>
            <a:r>
              <a:rPr lang="en-US" sz="2400" dirty="0" err="1">
                <a:solidFill>
                  <a:schemeClr val="tx1"/>
                </a:solidFill>
              </a:rPr>
              <a:t>Iie</a:t>
            </a:r>
            <a:endParaRPr lang="en-US" sz="24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Teacher - Sensei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3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00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153" y="266641"/>
            <a:ext cx="8718759" cy="789427"/>
          </a:xfrm>
        </p:spPr>
        <p:txBody>
          <a:bodyPr/>
          <a:lstStyle/>
          <a:p>
            <a:pPr algn="ctr"/>
            <a:r>
              <a:rPr lang="en-US" sz="4800" dirty="0" smtClean="0"/>
              <a:t>KAZU (NUMBERS ) 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130" y="1197736"/>
            <a:ext cx="8011873" cy="5048518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</a:rPr>
              <a:t>Ichi</a:t>
            </a:r>
            <a:r>
              <a:rPr lang="en-US" sz="2000" dirty="0" smtClean="0">
                <a:solidFill>
                  <a:schemeClr val="tx1"/>
                </a:solidFill>
              </a:rPr>
              <a:t> -1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Ni -2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San - 3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Yon/</a:t>
            </a:r>
            <a:r>
              <a:rPr lang="en-US" sz="2000" dirty="0" err="1" smtClean="0">
                <a:solidFill>
                  <a:schemeClr val="tx1"/>
                </a:solidFill>
              </a:rPr>
              <a:t>shi</a:t>
            </a:r>
            <a:r>
              <a:rPr lang="en-US" sz="2000" dirty="0" smtClean="0">
                <a:solidFill>
                  <a:schemeClr val="tx1"/>
                </a:solidFill>
              </a:rPr>
              <a:t> -4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Go- 5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</a:rPr>
              <a:t>Roku</a:t>
            </a:r>
            <a:r>
              <a:rPr lang="en-US" sz="2000" dirty="0" smtClean="0">
                <a:solidFill>
                  <a:schemeClr val="tx1"/>
                </a:solidFill>
              </a:rPr>
              <a:t> -6        </a:t>
            </a:r>
            <a:endParaRPr lang="en-US" sz="20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</a:rPr>
              <a:t>Shichi</a:t>
            </a:r>
            <a:r>
              <a:rPr lang="en-US" sz="2000" dirty="0" smtClean="0">
                <a:solidFill>
                  <a:schemeClr val="tx1"/>
                </a:solidFill>
              </a:rPr>
              <a:t>/Nana - 7</a:t>
            </a:r>
            <a:endParaRPr lang="en-US" sz="20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</a:rPr>
              <a:t>Hachi</a:t>
            </a:r>
            <a:r>
              <a:rPr lang="en-US" sz="2000" dirty="0" smtClean="0">
                <a:solidFill>
                  <a:schemeClr val="tx1"/>
                </a:solidFill>
              </a:rPr>
              <a:t> -8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Kyu-9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</a:rPr>
              <a:t>Jyu</a:t>
            </a:r>
            <a:r>
              <a:rPr lang="en-US" sz="2000" dirty="0" smtClean="0">
                <a:solidFill>
                  <a:schemeClr val="tx1"/>
                </a:solidFill>
              </a:rPr>
              <a:t> -10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Zero/</a:t>
            </a:r>
            <a:r>
              <a:rPr lang="en-US" sz="2000" dirty="0" err="1" smtClean="0">
                <a:solidFill>
                  <a:schemeClr val="tx1"/>
                </a:solidFill>
              </a:rPr>
              <a:t>Rei</a:t>
            </a:r>
            <a:r>
              <a:rPr lang="en-US" sz="2000" dirty="0" smtClean="0">
                <a:solidFill>
                  <a:schemeClr val="tx1"/>
                </a:solidFill>
              </a:rPr>
              <a:t> - 0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3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301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153" y="266641"/>
            <a:ext cx="8718759" cy="789427"/>
          </a:xfrm>
        </p:spPr>
        <p:txBody>
          <a:bodyPr/>
          <a:lstStyle/>
          <a:p>
            <a:pPr algn="ctr"/>
            <a:r>
              <a:rPr lang="en-US" sz="4800" dirty="0" smtClean="0"/>
              <a:t>KAZU (NUMBERS ) 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130" y="1197736"/>
            <a:ext cx="8011873" cy="5048518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11 – 10+1 – </a:t>
            </a:r>
            <a:r>
              <a:rPr lang="en-US" sz="2400" dirty="0" err="1" smtClean="0">
                <a:solidFill>
                  <a:schemeClr val="tx1"/>
                </a:solidFill>
              </a:rPr>
              <a:t>Jyu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ichi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21 -2*10+1 – </a:t>
            </a:r>
            <a:r>
              <a:rPr lang="en-US" sz="2400" dirty="0" err="1" smtClean="0">
                <a:solidFill>
                  <a:schemeClr val="tx1"/>
                </a:solidFill>
              </a:rPr>
              <a:t>Nijyu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ichi</a:t>
            </a:r>
            <a:r>
              <a:rPr lang="en-US" sz="2400" smtClean="0">
                <a:solidFill>
                  <a:schemeClr val="tx1"/>
                </a:solidFill>
              </a:rPr>
              <a:t>       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100 – </a:t>
            </a:r>
            <a:r>
              <a:rPr lang="en-US" sz="2400" dirty="0" err="1" smtClean="0">
                <a:solidFill>
                  <a:schemeClr val="tx1"/>
                </a:solidFill>
              </a:rPr>
              <a:t>Hyaku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1000 – Zen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10000 – Man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Examples to try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77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54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36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48</a:t>
            </a:r>
            <a:endParaRPr lang="en-US" sz="24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3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9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2737" y="382550"/>
            <a:ext cx="7534141" cy="1665191"/>
          </a:xfrm>
        </p:spPr>
        <p:txBody>
          <a:bodyPr/>
          <a:lstStyle/>
          <a:p>
            <a:pPr algn="ctr"/>
            <a:r>
              <a:rPr lang="en-US" dirty="0" smtClean="0"/>
              <a:t>Week days (</a:t>
            </a:r>
            <a:r>
              <a:rPr lang="en-US" dirty="0" err="1" smtClean="0"/>
              <a:t>Youbi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1429555"/>
            <a:ext cx="7766936" cy="3718177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Sunday – </a:t>
            </a:r>
            <a:r>
              <a:rPr lang="en-US" sz="2400" dirty="0" err="1" smtClean="0">
                <a:solidFill>
                  <a:schemeClr val="tx1"/>
                </a:solidFill>
              </a:rPr>
              <a:t>Nichiyoubi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Monday – </a:t>
            </a:r>
            <a:r>
              <a:rPr lang="en-US" sz="2400" dirty="0" err="1" smtClean="0">
                <a:solidFill>
                  <a:schemeClr val="tx1"/>
                </a:solidFill>
              </a:rPr>
              <a:t>Getsuyoubi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Tuesday – </a:t>
            </a:r>
            <a:r>
              <a:rPr lang="en-US" sz="2400" dirty="0" err="1" smtClean="0">
                <a:solidFill>
                  <a:schemeClr val="tx1"/>
                </a:solidFill>
              </a:rPr>
              <a:t>Kaiyoubi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Wednesday – </a:t>
            </a:r>
            <a:r>
              <a:rPr lang="en-US" sz="2400" dirty="0" err="1" smtClean="0">
                <a:solidFill>
                  <a:schemeClr val="tx1"/>
                </a:solidFill>
              </a:rPr>
              <a:t>Suiyoubi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Thursday – </a:t>
            </a:r>
            <a:r>
              <a:rPr lang="en-US" sz="2400" dirty="0" err="1" smtClean="0">
                <a:solidFill>
                  <a:schemeClr val="tx1"/>
                </a:solidFill>
              </a:rPr>
              <a:t>Mokuyoubi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Friday – </a:t>
            </a:r>
            <a:r>
              <a:rPr lang="en-US" sz="2400" dirty="0" err="1" smtClean="0">
                <a:solidFill>
                  <a:schemeClr val="tx1"/>
                </a:solidFill>
              </a:rPr>
              <a:t>Kinyoubi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Saturday – </a:t>
            </a:r>
            <a:r>
              <a:rPr lang="en-US" sz="2400" dirty="0" err="1" smtClean="0">
                <a:solidFill>
                  <a:schemeClr val="tx1"/>
                </a:solidFill>
              </a:rPr>
              <a:t>Doyoubi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52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28791"/>
            <a:ext cx="7173294" cy="1493948"/>
          </a:xfrm>
        </p:spPr>
        <p:txBody>
          <a:bodyPr/>
          <a:lstStyle/>
          <a:p>
            <a:pPr algn="ctr"/>
            <a:r>
              <a:rPr lang="en-US" sz="4800" dirty="0" smtClean="0"/>
              <a:t>Month(</a:t>
            </a:r>
            <a:r>
              <a:rPr lang="en-US" sz="4800" dirty="0" err="1" smtClean="0"/>
              <a:t>Gatsu</a:t>
            </a:r>
            <a:r>
              <a:rPr lang="en-US" sz="4800" dirty="0" smtClean="0"/>
              <a:t>)</a:t>
            </a:r>
            <a:br>
              <a:rPr lang="en-US" sz="4800" dirty="0" smtClean="0"/>
            </a:b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1429555"/>
            <a:ext cx="7766936" cy="3718177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January – </a:t>
            </a:r>
            <a:r>
              <a:rPr lang="en-US" sz="2400" dirty="0" err="1" smtClean="0">
                <a:solidFill>
                  <a:schemeClr val="tx1"/>
                </a:solidFill>
              </a:rPr>
              <a:t>Ichi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February – Ni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March – San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April – Shi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r>
              <a:rPr lang="en-US" sz="2400" dirty="0" smtClean="0">
                <a:solidFill>
                  <a:schemeClr val="tx1"/>
                </a:solidFill>
              </a:rPr>
              <a:t> /Yon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May – Go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June – </a:t>
            </a:r>
            <a:r>
              <a:rPr lang="en-US" sz="2400" dirty="0" err="1" smtClean="0">
                <a:solidFill>
                  <a:schemeClr val="tx1"/>
                </a:solidFill>
              </a:rPr>
              <a:t>Roku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45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28791"/>
            <a:ext cx="7173294" cy="1468189"/>
          </a:xfrm>
        </p:spPr>
        <p:txBody>
          <a:bodyPr/>
          <a:lstStyle/>
          <a:p>
            <a:pPr algn="ctr"/>
            <a:r>
              <a:rPr lang="en-US" sz="4800" dirty="0" smtClean="0"/>
              <a:t>Month(</a:t>
            </a:r>
            <a:r>
              <a:rPr lang="en-US" sz="4800" dirty="0" err="1" smtClean="0"/>
              <a:t>Gatsu</a:t>
            </a:r>
            <a:r>
              <a:rPr lang="en-US" sz="4800" dirty="0" smtClean="0"/>
              <a:t>)</a:t>
            </a:r>
            <a:br>
              <a:rPr lang="en-US" sz="4800" dirty="0" smtClean="0"/>
            </a:b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1429555"/>
            <a:ext cx="7766936" cy="3718177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July – </a:t>
            </a:r>
            <a:r>
              <a:rPr lang="en-US" sz="2400" dirty="0" err="1">
                <a:solidFill>
                  <a:schemeClr val="tx1"/>
                </a:solidFill>
              </a:rPr>
              <a:t>Shichi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gatsu</a:t>
            </a:r>
            <a:endParaRPr lang="en-US" sz="24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August – </a:t>
            </a:r>
            <a:r>
              <a:rPr lang="en-US" sz="2400" dirty="0" err="1" smtClean="0">
                <a:solidFill>
                  <a:schemeClr val="tx1"/>
                </a:solidFill>
              </a:rPr>
              <a:t>Hachi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September – Ku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October– </a:t>
            </a:r>
            <a:r>
              <a:rPr lang="en-US" sz="2400" dirty="0" err="1" smtClean="0">
                <a:solidFill>
                  <a:schemeClr val="tx1"/>
                </a:solidFill>
              </a:rPr>
              <a:t>Jyu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November –</a:t>
            </a:r>
            <a:r>
              <a:rPr lang="en-US" sz="2400" dirty="0" err="1" smtClean="0">
                <a:solidFill>
                  <a:schemeClr val="tx1"/>
                </a:solidFill>
              </a:rPr>
              <a:t>Jyu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ichi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December  –</a:t>
            </a:r>
            <a:r>
              <a:rPr lang="en-US" sz="2400" dirty="0" err="1" smtClean="0">
                <a:solidFill>
                  <a:schemeClr val="tx1"/>
                </a:solidFill>
              </a:rPr>
              <a:t>Jyu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ni</a:t>
            </a:r>
            <a:r>
              <a:rPr lang="en-US" sz="2400" dirty="0" smtClean="0">
                <a:solidFill>
                  <a:schemeClr val="tx1"/>
                </a:solidFill>
              </a:rPr>
              <a:t>  </a:t>
            </a:r>
            <a:r>
              <a:rPr lang="en-US" sz="2400" dirty="0" err="1" smtClean="0">
                <a:solidFill>
                  <a:schemeClr val="tx1"/>
                </a:solidFill>
              </a:rPr>
              <a:t>gatsu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606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884" y="408309"/>
            <a:ext cx="7766936" cy="1150035"/>
          </a:xfrm>
        </p:spPr>
        <p:txBody>
          <a:bodyPr/>
          <a:lstStyle/>
          <a:p>
            <a:pPr algn="l"/>
            <a:r>
              <a:rPr lang="en-US" dirty="0" smtClean="0"/>
              <a:t>COLOURS(IRO)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1558344"/>
            <a:ext cx="7766936" cy="3872724"/>
          </a:xfrm>
        </p:spPr>
        <p:txBody>
          <a:bodyPr>
            <a:normAutofit fontScale="25000" lnSpcReduction="20000"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2400" b="1" dirty="0" smtClean="0">
              <a:solidFill>
                <a:schemeClr val="tx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7200" b="1" dirty="0" smtClean="0">
                <a:solidFill>
                  <a:schemeClr val="tx1"/>
                </a:solidFill>
              </a:rPr>
              <a:t>Akai – Red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7200" b="1" dirty="0" err="1" smtClean="0">
                <a:solidFill>
                  <a:schemeClr val="tx1"/>
                </a:solidFill>
              </a:rPr>
              <a:t>Aoi</a:t>
            </a:r>
            <a:r>
              <a:rPr lang="en-US" sz="7200" b="1" dirty="0" smtClean="0">
                <a:solidFill>
                  <a:schemeClr val="tx1"/>
                </a:solidFill>
              </a:rPr>
              <a:t> – Blue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7200" b="1" dirty="0" err="1" smtClean="0">
                <a:solidFill>
                  <a:schemeClr val="tx1"/>
                </a:solidFill>
              </a:rPr>
              <a:t>Shiroi</a:t>
            </a:r>
            <a:r>
              <a:rPr lang="en-US" sz="7200" b="1" dirty="0" smtClean="0">
                <a:solidFill>
                  <a:schemeClr val="tx1"/>
                </a:solidFill>
              </a:rPr>
              <a:t> – White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7200" b="1" dirty="0" err="1" smtClean="0">
                <a:solidFill>
                  <a:schemeClr val="tx1"/>
                </a:solidFill>
              </a:rPr>
              <a:t>Kuroi</a:t>
            </a:r>
            <a:r>
              <a:rPr lang="en-US" sz="7200" b="1" dirty="0" smtClean="0">
                <a:solidFill>
                  <a:schemeClr val="tx1"/>
                </a:solidFill>
              </a:rPr>
              <a:t> – Black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7200" b="1" dirty="0" smtClean="0">
                <a:solidFill>
                  <a:schemeClr val="tx1"/>
                </a:solidFill>
              </a:rPr>
              <a:t>Midori – Green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7200" b="1" dirty="0" smtClean="0">
              <a:solidFill>
                <a:schemeClr val="tx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7200" b="1" dirty="0">
                <a:solidFill>
                  <a:schemeClr val="tx1"/>
                </a:solidFill>
              </a:rPr>
              <a:t>O </a:t>
            </a:r>
            <a:r>
              <a:rPr lang="en-US" sz="7200" b="1" dirty="0" err="1">
                <a:solidFill>
                  <a:schemeClr val="tx1"/>
                </a:solidFill>
              </a:rPr>
              <a:t>genki</a:t>
            </a:r>
            <a:r>
              <a:rPr lang="en-US" sz="7200" b="1" dirty="0">
                <a:solidFill>
                  <a:schemeClr val="tx1"/>
                </a:solidFill>
              </a:rPr>
              <a:t> </a:t>
            </a:r>
            <a:r>
              <a:rPr lang="en-US" sz="7200" b="1" dirty="0" err="1">
                <a:solidFill>
                  <a:schemeClr val="tx1"/>
                </a:solidFill>
              </a:rPr>
              <a:t>desuka</a:t>
            </a:r>
            <a:r>
              <a:rPr lang="en-US" sz="7200" b="1" dirty="0">
                <a:solidFill>
                  <a:schemeClr val="tx1"/>
                </a:solidFill>
              </a:rPr>
              <a:t> – How are you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7200" b="1" dirty="0" err="1" smtClean="0">
                <a:solidFill>
                  <a:schemeClr val="tx1"/>
                </a:solidFill>
              </a:rPr>
              <a:t>Genki</a:t>
            </a:r>
            <a:r>
              <a:rPr lang="en-US" sz="7200" b="1" dirty="0" smtClean="0">
                <a:solidFill>
                  <a:schemeClr val="tx1"/>
                </a:solidFill>
              </a:rPr>
              <a:t> </a:t>
            </a:r>
            <a:r>
              <a:rPr lang="en-US" sz="7200" b="1" dirty="0">
                <a:solidFill>
                  <a:schemeClr val="tx1"/>
                </a:solidFill>
              </a:rPr>
              <a:t>– Health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7200" b="1" dirty="0">
              <a:solidFill>
                <a:schemeClr val="tx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7200" b="1" dirty="0" err="1">
                <a:solidFill>
                  <a:schemeClr val="tx1"/>
                </a:solidFill>
              </a:rPr>
              <a:t>Hai</a:t>
            </a:r>
            <a:r>
              <a:rPr lang="en-US" sz="7200" b="1" dirty="0">
                <a:solidFill>
                  <a:schemeClr val="tx1"/>
                </a:solidFill>
              </a:rPr>
              <a:t> .</a:t>
            </a:r>
            <a:r>
              <a:rPr lang="en-US" sz="7200" b="1" dirty="0" err="1">
                <a:solidFill>
                  <a:schemeClr val="tx1"/>
                </a:solidFill>
              </a:rPr>
              <a:t>Genki</a:t>
            </a:r>
            <a:r>
              <a:rPr lang="en-US" sz="7200" b="1" dirty="0">
                <a:solidFill>
                  <a:schemeClr val="tx1"/>
                </a:solidFill>
              </a:rPr>
              <a:t> </a:t>
            </a:r>
            <a:r>
              <a:rPr lang="en-US" sz="7200" b="1" dirty="0" err="1">
                <a:solidFill>
                  <a:schemeClr val="tx1"/>
                </a:solidFill>
              </a:rPr>
              <a:t>desu</a:t>
            </a:r>
            <a:r>
              <a:rPr lang="en-US" sz="7200" b="1" dirty="0">
                <a:solidFill>
                  <a:schemeClr val="tx1"/>
                </a:solidFill>
              </a:rPr>
              <a:t> – Yes. </a:t>
            </a:r>
            <a:r>
              <a:rPr lang="en-US" sz="7200" b="1" dirty="0" err="1">
                <a:solidFill>
                  <a:schemeClr val="tx1"/>
                </a:solidFill>
              </a:rPr>
              <a:t>Iam</a:t>
            </a:r>
            <a:r>
              <a:rPr lang="en-US" sz="7200" b="1" dirty="0">
                <a:solidFill>
                  <a:schemeClr val="tx1"/>
                </a:solidFill>
              </a:rPr>
              <a:t> fine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IN" sz="7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34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02247"/>
            <a:ext cx="7766936" cy="1646302"/>
          </a:xfrm>
        </p:spPr>
        <p:txBody>
          <a:bodyPr/>
          <a:lstStyle/>
          <a:p>
            <a:r>
              <a:rPr lang="en-US" dirty="0" smtClean="0"/>
              <a:t>Conversations (</a:t>
            </a:r>
            <a:r>
              <a:rPr lang="en-US" dirty="0" err="1" smtClean="0"/>
              <a:t>kaiwa</a:t>
            </a:r>
            <a:r>
              <a:rPr lang="en-US" dirty="0" smtClean="0"/>
              <a:t>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459" y="2119002"/>
            <a:ext cx="7766936" cy="3740885"/>
          </a:xfrm>
        </p:spPr>
        <p:txBody>
          <a:bodyPr/>
          <a:lstStyle/>
          <a:p>
            <a:pPr algn="l"/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O </a:t>
            </a:r>
            <a:r>
              <a:rPr lang="en-US" dirty="0" err="1" smtClean="0">
                <a:solidFill>
                  <a:schemeClr val="tx1"/>
                </a:solidFill>
              </a:rPr>
              <a:t>namae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wa</a:t>
            </a:r>
            <a:r>
              <a:rPr lang="en-US" dirty="0" smtClean="0">
                <a:solidFill>
                  <a:schemeClr val="tx1"/>
                </a:solidFill>
              </a:rPr>
              <a:t> nan </a:t>
            </a:r>
            <a:r>
              <a:rPr lang="en-US" dirty="0" err="1" smtClean="0">
                <a:solidFill>
                  <a:schemeClr val="tx1"/>
                </a:solidFill>
              </a:rPr>
              <a:t>desuka</a:t>
            </a:r>
            <a:r>
              <a:rPr lang="en-US" dirty="0" smtClean="0">
                <a:solidFill>
                  <a:schemeClr val="tx1"/>
                </a:solidFill>
              </a:rPr>
              <a:t> – What is your Name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Name – </a:t>
            </a:r>
            <a:r>
              <a:rPr lang="en-US" dirty="0" err="1" smtClean="0">
                <a:solidFill>
                  <a:schemeClr val="tx1"/>
                </a:solidFill>
              </a:rPr>
              <a:t>Namae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Nan – What 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Iam</a:t>
            </a:r>
            <a:r>
              <a:rPr lang="en-US" dirty="0" smtClean="0">
                <a:solidFill>
                  <a:schemeClr val="tx1"/>
                </a:solidFill>
              </a:rPr>
              <a:t> _____________</a:t>
            </a: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Watashiwa</a:t>
            </a:r>
            <a:r>
              <a:rPr lang="en-US" dirty="0" smtClean="0">
                <a:solidFill>
                  <a:schemeClr val="tx1"/>
                </a:solidFill>
              </a:rPr>
              <a:t> ____________ </a:t>
            </a:r>
            <a:r>
              <a:rPr lang="en-US" dirty="0" err="1" smtClean="0">
                <a:solidFill>
                  <a:schemeClr val="tx1"/>
                </a:solidFill>
              </a:rPr>
              <a:t>desu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Watashiwa</a:t>
            </a:r>
            <a:r>
              <a:rPr lang="en-US" dirty="0" smtClean="0">
                <a:solidFill>
                  <a:schemeClr val="tx1"/>
                </a:solidFill>
              </a:rPr>
              <a:t> – I </a:t>
            </a: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Desu</a:t>
            </a:r>
            <a:r>
              <a:rPr lang="en-US" dirty="0" smtClean="0">
                <a:solidFill>
                  <a:schemeClr val="tx1"/>
                </a:solidFill>
              </a:rPr>
              <a:t>- am/is/was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18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96214"/>
            <a:ext cx="7766936" cy="1545465"/>
          </a:xfrm>
        </p:spPr>
        <p:txBody>
          <a:bodyPr/>
          <a:lstStyle/>
          <a:p>
            <a:pPr algn="l"/>
            <a:r>
              <a:rPr lang="en-US" sz="4800" dirty="0" smtClean="0"/>
              <a:t>          JIKOSHOKAI</a:t>
            </a:r>
            <a:br>
              <a:rPr lang="en-US" sz="4800" dirty="0" smtClean="0"/>
            </a:br>
            <a:r>
              <a:rPr lang="en-US" sz="4800" dirty="0" smtClean="0"/>
              <a:t>     (Self Introduction</a:t>
            </a:r>
            <a:r>
              <a:rPr lang="en-US" sz="4800" dirty="0"/>
              <a:t>)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2498501"/>
            <a:ext cx="7766936" cy="3052293"/>
          </a:xfrm>
        </p:spPr>
        <p:txBody>
          <a:bodyPr/>
          <a:lstStyle/>
          <a:p>
            <a:pPr algn="l"/>
            <a:r>
              <a:rPr lang="en-US" sz="2000" dirty="0" err="1" smtClean="0">
                <a:solidFill>
                  <a:schemeClr val="tx1"/>
                </a:solidFill>
              </a:rPr>
              <a:t>Hajimemashite</a:t>
            </a:r>
            <a:r>
              <a:rPr lang="en-US" sz="2000" dirty="0" smtClean="0">
                <a:solidFill>
                  <a:schemeClr val="tx1"/>
                </a:solidFill>
              </a:rPr>
              <a:t> – How do you do </a:t>
            </a:r>
          </a:p>
          <a:p>
            <a:pPr algn="l"/>
            <a:r>
              <a:rPr lang="en-US" sz="2000" dirty="0" err="1" smtClean="0">
                <a:solidFill>
                  <a:schemeClr val="tx1"/>
                </a:solidFill>
              </a:rPr>
              <a:t>Watashiwa</a:t>
            </a:r>
            <a:r>
              <a:rPr lang="en-US" sz="2000" dirty="0" smtClean="0">
                <a:solidFill>
                  <a:schemeClr val="tx1"/>
                </a:solidFill>
              </a:rPr>
              <a:t> _____________ </a:t>
            </a:r>
            <a:r>
              <a:rPr lang="en-US" sz="2000" dirty="0" err="1" smtClean="0">
                <a:solidFill>
                  <a:schemeClr val="tx1"/>
                </a:solidFill>
              </a:rPr>
              <a:t>desu</a:t>
            </a:r>
            <a:r>
              <a:rPr lang="en-US" sz="2000" dirty="0" smtClean="0">
                <a:solidFill>
                  <a:schemeClr val="tx1"/>
                </a:solidFill>
              </a:rPr>
              <a:t>  - </a:t>
            </a:r>
            <a:r>
              <a:rPr lang="en-US" sz="2000" dirty="0" err="1" smtClean="0">
                <a:solidFill>
                  <a:schemeClr val="tx1"/>
                </a:solidFill>
              </a:rPr>
              <a:t>Iam</a:t>
            </a:r>
            <a:r>
              <a:rPr lang="en-US" sz="2000" dirty="0" smtClean="0">
                <a:solidFill>
                  <a:schemeClr val="tx1"/>
                </a:solidFill>
              </a:rPr>
              <a:t> _______</a:t>
            </a:r>
          </a:p>
          <a:p>
            <a:pPr algn="l"/>
            <a:r>
              <a:rPr lang="en-US" sz="2000" dirty="0" err="1" smtClean="0">
                <a:solidFill>
                  <a:schemeClr val="tx1"/>
                </a:solidFill>
              </a:rPr>
              <a:t>Tambaram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kara</a:t>
            </a:r>
            <a:r>
              <a:rPr lang="en-US" sz="2000" dirty="0" smtClean="0">
                <a:solidFill>
                  <a:schemeClr val="tx1"/>
                </a:solidFill>
              </a:rPr>
              <a:t>  </a:t>
            </a:r>
            <a:r>
              <a:rPr lang="en-US" sz="2000" dirty="0" err="1" smtClean="0">
                <a:solidFill>
                  <a:schemeClr val="tx1"/>
                </a:solidFill>
              </a:rPr>
              <a:t>kimashita</a:t>
            </a:r>
            <a:r>
              <a:rPr lang="en-US" sz="2000" dirty="0" smtClean="0">
                <a:solidFill>
                  <a:schemeClr val="tx1"/>
                </a:solidFill>
              </a:rPr>
              <a:t> – coming from </a:t>
            </a:r>
          </a:p>
          <a:p>
            <a:pPr algn="l"/>
            <a:r>
              <a:rPr lang="en-US" sz="2000" dirty="0" err="1" smtClean="0">
                <a:solidFill>
                  <a:schemeClr val="tx1"/>
                </a:solidFill>
              </a:rPr>
              <a:t>Yoroshiku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Onegaishimasu</a:t>
            </a:r>
            <a:r>
              <a:rPr lang="en-US" sz="2000" dirty="0" smtClean="0">
                <a:solidFill>
                  <a:schemeClr val="tx1"/>
                </a:solidFill>
              </a:rPr>
              <a:t>  - Nice to meet you /Glad to met you 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438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2420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630</TotalTime>
  <Words>316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AISATSU (GREETINGS ) </vt:lpstr>
      <vt:lpstr>AISATSU (GREETINGS ) </vt:lpstr>
      <vt:lpstr>KAZU (NUMBERS ) </vt:lpstr>
      <vt:lpstr>KAZU (NUMBERS ) </vt:lpstr>
      <vt:lpstr>Week days (Youbi) </vt:lpstr>
      <vt:lpstr>Month(Gatsu) </vt:lpstr>
      <vt:lpstr>Month(Gatsu) </vt:lpstr>
      <vt:lpstr>COLOURS(IRO)</vt:lpstr>
      <vt:lpstr>Conversations (kaiwa)</vt:lpstr>
      <vt:lpstr>          JIKOSHOKAI      (Self Introduction)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AISATSU (GREETINGS )</dc:title>
  <dc:creator>Jayashree</dc:creator>
  <cp:lastModifiedBy>Jayashree</cp:lastModifiedBy>
  <cp:revision>29</cp:revision>
  <dcterms:created xsi:type="dcterms:W3CDTF">2022-08-10T08:37:46Z</dcterms:created>
  <dcterms:modified xsi:type="dcterms:W3CDTF">2023-10-16T18:42:43Z</dcterms:modified>
</cp:coreProperties>
</file>