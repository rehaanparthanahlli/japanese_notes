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2"/>
    <p:sldId id="278" r:id="rId3"/>
    <p:sldId id="280" r:id="rId4"/>
    <p:sldId id="279" r:id="rId5"/>
    <p:sldId id="281" r:id="rId6"/>
    <p:sldId id="284" r:id="rId7"/>
    <p:sldId id="283" r:id="rId8"/>
    <p:sldId id="285" r:id="rId9"/>
    <p:sldId id="286" r:id="rId10"/>
    <p:sldId id="287" r:id="rId11"/>
    <p:sldId id="288" r:id="rId12"/>
    <p:sldId id="289" r:id="rId13"/>
    <p:sldId id="290" r:id="rId14"/>
    <p:sldId id="292" r:id="rId15"/>
    <p:sldId id="293" r:id="rId16"/>
    <p:sldId id="295" r:id="rId17"/>
    <p:sldId id="294" r:id="rId18"/>
    <p:sldId id="297" r:id="rId19"/>
    <p:sldId id="298" r:id="rId20"/>
    <p:sldId id="303" r:id="rId21"/>
    <p:sldId id="300" r:id="rId22"/>
    <p:sldId id="302" r:id="rId23"/>
    <p:sldId id="26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550844"/>
            <a:ext cx="7766936" cy="804232"/>
          </a:xfrm>
        </p:spPr>
        <p:txBody>
          <a:bodyPr/>
          <a:lstStyle/>
          <a:p>
            <a:pPr algn="l"/>
            <a:r>
              <a:rPr lang="en-US" dirty="0" smtClean="0"/>
              <a:t>MODULE 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729" y="1553378"/>
            <a:ext cx="7766936" cy="4021155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Talk about your family and family members. Giving compliments to people. Counting of persons as well as non-living things. Favourite foods and dishes, talk about your breakfast, lunch and dinner. Placing order in restaurant</a:t>
            </a:r>
            <a:r>
              <a:rPr lang="en-US" dirty="0"/>
              <a:t>. Introducing 10 new Kanji characters</a:t>
            </a:r>
            <a:r>
              <a:rPr lang="en-IN" dirty="0"/>
              <a:t>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67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01976"/>
            <a:ext cx="8596668" cy="811576"/>
          </a:xfrm>
        </p:spPr>
        <p:txBody>
          <a:bodyPr/>
          <a:lstStyle/>
          <a:p>
            <a:r>
              <a:rPr lang="en-US" dirty="0" err="1" smtClean="0"/>
              <a:t>Watashino</a:t>
            </a:r>
            <a:r>
              <a:rPr lang="en-US" dirty="0" smtClean="0"/>
              <a:t> </a:t>
            </a:r>
            <a:r>
              <a:rPr lang="en-US" dirty="0" err="1" smtClean="0"/>
              <a:t>kazoku</a:t>
            </a:r>
            <a:r>
              <a:rPr lang="en-US" dirty="0" smtClean="0"/>
              <a:t> (</a:t>
            </a:r>
            <a:r>
              <a:rPr lang="ja-JP" altLang="en-US" dirty="0" smtClean="0"/>
              <a:t>わたしの　かぞく）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216" y="1013552"/>
            <a:ext cx="8596668" cy="5508434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b="1" u="sng" dirty="0"/>
              <a:t>ことば：</a:t>
            </a:r>
            <a:r>
              <a:rPr lang="en-US" altLang="ja-JP" b="1" u="sng" dirty="0"/>
              <a:t>―</a:t>
            </a:r>
            <a:endParaRPr lang="en-IN" dirty="0"/>
          </a:p>
          <a:p>
            <a:pPr lvl="0"/>
            <a:r>
              <a:rPr lang="ja-JP" altLang="en-US" b="1" dirty="0"/>
              <a:t>は</a:t>
            </a:r>
            <a:r>
              <a:rPr lang="ja-JP" altLang="en-US" b="1" dirty="0" smtClean="0"/>
              <a:t>は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Haha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 </a:t>
            </a:r>
            <a:r>
              <a:rPr lang="en-IN" b="1" dirty="0"/>
              <a:t>Mother</a:t>
            </a:r>
            <a:endParaRPr lang="en-IN" dirty="0"/>
          </a:p>
          <a:p>
            <a:pPr lvl="0"/>
            <a:r>
              <a:rPr lang="ja-JP" altLang="en-US" b="1" dirty="0"/>
              <a:t>ち</a:t>
            </a:r>
            <a:r>
              <a:rPr lang="ja-JP" altLang="en-US" b="1" dirty="0" smtClean="0"/>
              <a:t>ち </a:t>
            </a:r>
            <a:r>
              <a:rPr lang="en-IN" altLang="ja-JP" b="1" dirty="0" smtClean="0"/>
              <a:t>(chichi)</a:t>
            </a:r>
            <a:r>
              <a:rPr lang="ja-JP" altLang="en-US" b="1" dirty="0" smtClean="0"/>
              <a:t> </a:t>
            </a:r>
            <a:r>
              <a:rPr lang="en-US" altLang="ja-JP" b="1" dirty="0" smtClean="0"/>
              <a:t>―</a:t>
            </a:r>
            <a:r>
              <a:rPr lang="en-IN" b="1" dirty="0" smtClean="0"/>
              <a:t> Father</a:t>
            </a:r>
            <a:endParaRPr lang="en-IN" dirty="0"/>
          </a:p>
          <a:p>
            <a:pPr lvl="0"/>
            <a:r>
              <a:rPr lang="ja-JP" altLang="en-US" b="1" dirty="0"/>
              <a:t>おっ</a:t>
            </a:r>
            <a:r>
              <a:rPr lang="ja-JP" altLang="en-US" b="1" dirty="0" smtClean="0"/>
              <a:t>と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otto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―H</a:t>
            </a:r>
            <a:r>
              <a:rPr lang="en-IN" b="1" dirty="0" err="1" smtClean="0"/>
              <a:t>usband</a:t>
            </a:r>
            <a:endParaRPr lang="en-IN" dirty="0"/>
          </a:p>
          <a:p>
            <a:pPr lvl="0"/>
            <a:r>
              <a:rPr lang="ja-JP" altLang="en-US" b="1" dirty="0"/>
              <a:t>おくさ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Okusan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Wife</a:t>
            </a:r>
            <a:endParaRPr lang="en-IN" dirty="0"/>
          </a:p>
          <a:p>
            <a:pPr lvl="0"/>
            <a:r>
              <a:rPr lang="ja-JP" altLang="en-US" b="1" dirty="0"/>
              <a:t>おとう</a:t>
            </a:r>
            <a:r>
              <a:rPr lang="ja-JP" altLang="en-US" b="1" dirty="0" smtClean="0"/>
              <a:t>と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otouto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Younger </a:t>
            </a:r>
            <a:r>
              <a:rPr lang="en-IN" b="1" dirty="0"/>
              <a:t>Brother</a:t>
            </a:r>
            <a:endParaRPr lang="en-IN" dirty="0"/>
          </a:p>
          <a:p>
            <a:pPr lvl="0"/>
            <a:r>
              <a:rPr lang="ja-JP" altLang="en-US" b="1" dirty="0"/>
              <a:t>いもう</a:t>
            </a:r>
            <a:r>
              <a:rPr lang="ja-JP" altLang="en-US" b="1" dirty="0" smtClean="0"/>
              <a:t>と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Imouto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Younger </a:t>
            </a:r>
            <a:r>
              <a:rPr lang="en-IN" b="1" dirty="0"/>
              <a:t>sister</a:t>
            </a:r>
            <a:endParaRPr lang="en-IN" dirty="0"/>
          </a:p>
          <a:p>
            <a:pPr lvl="0"/>
            <a:r>
              <a:rPr lang="ja-JP" altLang="en-US" b="1" dirty="0"/>
              <a:t>あ</a:t>
            </a:r>
            <a:r>
              <a:rPr lang="ja-JP" altLang="en-US" b="1" dirty="0" smtClean="0"/>
              <a:t>に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Ani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Elder </a:t>
            </a:r>
            <a:r>
              <a:rPr lang="en-IN" b="1" dirty="0"/>
              <a:t>brother</a:t>
            </a:r>
            <a:endParaRPr lang="en-IN" dirty="0"/>
          </a:p>
          <a:p>
            <a:pPr lvl="0"/>
            <a:r>
              <a:rPr lang="ja-JP" altLang="en-US" b="1" dirty="0"/>
              <a:t>おとうさ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Otousan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Someone’s </a:t>
            </a:r>
            <a:r>
              <a:rPr lang="en-IN" b="1" dirty="0"/>
              <a:t>Father</a:t>
            </a:r>
            <a:endParaRPr lang="en-IN" dirty="0"/>
          </a:p>
          <a:p>
            <a:pPr lvl="0"/>
            <a:r>
              <a:rPr lang="ja-JP" altLang="en-US" b="1" dirty="0"/>
              <a:t>あ</a:t>
            </a:r>
            <a:r>
              <a:rPr lang="ja-JP" altLang="en-US" b="1" dirty="0" smtClean="0"/>
              <a:t>ね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Ane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Elder </a:t>
            </a:r>
            <a:r>
              <a:rPr lang="en-IN" b="1" dirty="0"/>
              <a:t>sister</a:t>
            </a:r>
            <a:endParaRPr lang="en-IN" dirty="0"/>
          </a:p>
          <a:p>
            <a:r>
              <a:rPr lang="ja-JP" altLang="en-US" b="1" dirty="0" smtClean="0"/>
              <a:t>お</a:t>
            </a:r>
            <a:r>
              <a:rPr lang="ja-JP" altLang="en-US" b="1" dirty="0"/>
              <a:t>かあさ</a:t>
            </a:r>
            <a:r>
              <a:rPr lang="ja-JP" altLang="en-US" b="1" dirty="0" smtClean="0"/>
              <a:t>ん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okaasan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altLang="ja-JP" b="1" dirty="0" smtClean="0"/>
              <a:t>S</a:t>
            </a:r>
            <a:r>
              <a:rPr lang="en-IN" b="1" dirty="0" smtClean="0"/>
              <a:t>omeone’s </a:t>
            </a:r>
            <a:r>
              <a:rPr lang="en-IN" b="1" dirty="0"/>
              <a:t>Mother</a:t>
            </a:r>
            <a:endParaRPr lang="en-IN" dirty="0"/>
          </a:p>
          <a:p>
            <a:r>
              <a:rPr lang="ja-JP" altLang="en-US" b="1" dirty="0" smtClean="0"/>
              <a:t>お</a:t>
            </a:r>
            <a:r>
              <a:rPr lang="ja-JP" altLang="en-US" b="1" dirty="0"/>
              <a:t>にいさ</a:t>
            </a:r>
            <a:r>
              <a:rPr lang="ja-JP" altLang="en-US" b="1" dirty="0" smtClean="0"/>
              <a:t>ん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Oniisan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Someone’s </a:t>
            </a:r>
            <a:r>
              <a:rPr lang="en-IN" b="1" dirty="0"/>
              <a:t>Elder Brother</a:t>
            </a:r>
            <a:endParaRPr lang="en-IN" dirty="0"/>
          </a:p>
          <a:p>
            <a:r>
              <a:rPr lang="ja-JP" altLang="en-US" b="1" dirty="0" smtClean="0"/>
              <a:t>つま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Tsuma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  </a:t>
            </a:r>
            <a:r>
              <a:rPr lang="en-IN" b="1" dirty="0"/>
              <a:t>wife</a:t>
            </a:r>
            <a:endParaRPr lang="en-IN" dirty="0"/>
          </a:p>
          <a:p>
            <a:r>
              <a:rPr lang="ja-JP" altLang="en-US" b="1" dirty="0" smtClean="0"/>
              <a:t>ご</a:t>
            </a:r>
            <a:r>
              <a:rPr lang="ja-JP" altLang="en-US" b="1" dirty="0"/>
              <a:t>しゅじ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Goshujin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 </a:t>
            </a:r>
            <a:r>
              <a:rPr lang="en-IN" b="1" dirty="0"/>
              <a:t>Husband</a:t>
            </a:r>
            <a:endParaRPr lang="en-IN" dirty="0"/>
          </a:p>
          <a:p>
            <a:r>
              <a:rPr lang="ja-JP" altLang="en-US" b="1" dirty="0" smtClean="0"/>
              <a:t>こ</a:t>
            </a:r>
            <a:r>
              <a:rPr lang="ja-JP" altLang="en-US" b="1" dirty="0"/>
              <a:t>ど</a:t>
            </a:r>
            <a:r>
              <a:rPr lang="ja-JP" altLang="en-US" b="1" dirty="0" smtClean="0"/>
              <a:t>も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kodomo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 </a:t>
            </a:r>
            <a:r>
              <a:rPr lang="en-IN" b="1" dirty="0"/>
              <a:t>Child</a:t>
            </a:r>
            <a:endParaRPr lang="en-IN" dirty="0"/>
          </a:p>
          <a:p>
            <a:r>
              <a:rPr lang="ja-JP" altLang="en-US" b="1" dirty="0" smtClean="0"/>
              <a:t>お</a:t>
            </a:r>
            <a:r>
              <a:rPr lang="ja-JP" altLang="en-US" b="1" dirty="0"/>
              <a:t>と</a:t>
            </a:r>
            <a:r>
              <a:rPr lang="ja-JP" altLang="en-US" b="1" dirty="0" smtClean="0"/>
              <a:t>こ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Otoko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 </a:t>
            </a:r>
            <a:r>
              <a:rPr lang="en-IN" b="1" dirty="0" smtClean="0"/>
              <a:t> </a:t>
            </a:r>
            <a:r>
              <a:rPr lang="en-IN" b="1" dirty="0"/>
              <a:t>Male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099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01976"/>
            <a:ext cx="8596668" cy="811576"/>
          </a:xfrm>
        </p:spPr>
        <p:txBody>
          <a:bodyPr/>
          <a:lstStyle/>
          <a:p>
            <a:r>
              <a:rPr lang="en-US" dirty="0" err="1" smtClean="0"/>
              <a:t>Watashino</a:t>
            </a:r>
            <a:r>
              <a:rPr lang="en-US" dirty="0" smtClean="0"/>
              <a:t> </a:t>
            </a:r>
            <a:r>
              <a:rPr lang="en-US" dirty="0" err="1" smtClean="0"/>
              <a:t>kazoku</a:t>
            </a:r>
            <a:r>
              <a:rPr lang="en-US" dirty="0" smtClean="0"/>
              <a:t> (</a:t>
            </a:r>
            <a:r>
              <a:rPr lang="ja-JP" altLang="en-US" dirty="0" smtClean="0"/>
              <a:t>わたしの　かぞく）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216" y="1013552"/>
            <a:ext cx="8596668" cy="5508434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b="1" dirty="0"/>
              <a:t>お</a:t>
            </a:r>
            <a:r>
              <a:rPr lang="ja-JP" altLang="en-US" b="1" dirty="0" smtClean="0"/>
              <a:t>んな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Onna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 Female</a:t>
            </a:r>
            <a:endParaRPr lang="en-IN" dirty="0"/>
          </a:p>
          <a:p>
            <a:r>
              <a:rPr lang="ja-JP" altLang="en-US" b="1" dirty="0" smtClean="0"/>
              <a:t>な</a:t>
            </a:r>
            <a:r>
              <a:rPr lang="ja-JP" altLang="en-US" b="1" dirty="0"/>
              <a:t>んさ</a:t>
            </a:r>
            <a:r>
              <a:rPr lang="ja-JP" altLang="en-US" b="1" dirty="0" smtClean="0"/>
              <a:t>い </a:t>
            </a:r>
            <a:r>
              <a:rPr lang="en-IN" altLang="ja-JP" b="1" dirty="0" smtClean="0"/>
              <a:t>(Nan </a:t>
            </a:r>
            <a:r>
              <a:rPr lang="en-IN" altLang="ja-JP" b="1" dirty="0" err="1" smtClean="0"/>
              <a:t>sai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 How old</a:t>
            </a:r>
            <a:endParaRPr lang="en-IN" dirty="0"/>
          </a:p>
          <a:p>
            <a:r>
              <a:rPr lang="ja-JP" altLang="en-US" b="1" dirty="0" smtClean="0"/>
              <a:t>お</a:t>
            </a:r>
            <a:r>
              <a:rPr lang="ja-JP" altLang="en-US" b="1" dirty="0"/>
              <a:t>ねさ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(One san)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ja-JP" altLang="en-US" b="1" dirty="0"/>
              <a:t>　</a:t>
            </a:r>
            <a:r>
              <a:rPr lang="en-IN" b="1" dirty="0"/>
              <a:t>someone’s Elder </a:t>
            </a:r>
            <a:r>
              <a:rPr lang="en-IN" b="1" dirty="0" smtClean="0"/>
              <a:t>sister</a:t>
            </a:r>
          </a:p>
          <a:p>
            <a:r>
              <a:rPr lang="ja-JP" altLang="en-US" b="1" dirty="0"/>
              <a:t>かぞく </a:t>
            </a:r>
            <a:r>
              <a:rPr lang="en-IN" altLang="ja-JP" b="1" dirty="0"/>
              <a:t>(</a:t>
            </a:r>
            <a:r>
              <a:rPr lang="en-IN" altLang="ja-JP" b="1" dirty="0" err="1"/>
              <a:t>Kazoku</a:t>
            </a:r>
            <a:r>
              <a:rPr lang="en-IN" altLang="ja-JP" b="1" dirty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Family</a:t>
            </a:r>
            <a:endParaRPr lang="en-IN" dirty="0"/>
          </a:p>
          <a:p>
            <a:r>
              <a:rPr lang="ja-JP" altLang="en-US" b="1" dirty="0"/>
              <a:t>さい </a:t>
            </a:r>
            <a:r>
              <a:rPr lang="en-IN" altLang="ja-JP" b="1" dirty="0"/>
              <a:t>(</a:t>
            </a:r>
            <a:r>
              <a:rPr lang="en-IN" altLang="ja-JP" b="1" dirty="0" err="1"/>
              <a:t>Sai</a:t>
            </a:r>
            <a:r>
              <a:rPr lang="en-IN" altLang="ja-JP" b="1" dirty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Age</a:t>
            </a:r>
            <a:endParaRPr lang="en-IN" dirty="0"/>
          </a:p>
          <a:p>
            <a:r>
              <a:rPr lang="ja-JP" altLang="en-US" b="1" dirty="0"/>
              <a:t>すんでいます </a:t>
            </a:r>
            <a:r>
              <a:rPr lang="en-IN" altLang="ja-JP" b="1" dirty="0"/>
              <a:t>(</a:t>
            </a:r>
            <a:r>
              <a:rPr lang="en-IN" altLang="ja-JP" b="1" dirty="0" err="1"/>
              <a:t>sunde</a:t>
            </a:r>
            <a:r>
              <a:rPr lang="en-IN" altLang="ja-JP" b="1" dirty="0"/>
              <a:t> </a:t>
            </a:r>
            <a:r>
              <a:rPr lang="en-IN" altLang="ja-JP" b="1" dirty="0" err="1"/>
              <a:t>imasu</a:t>
            </a:r>
            <a:r>
              <a:rPr lang="en-IN" altLang="ja-JP" b="1" dirty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Live in </a:t>
            </a:r>
            <a:endParaRPr lang="en-IN" dirty="0"/>
          </a:p>
          <a:p>
            <a:r>
              <a:rPr lang="ja-JP" altLang="en-US" b="1" dirty="0"/>
              <a:t>だれ </a:t>
            </a:r>
            <a:r>
              <a:rPr lang="en-IN" altLang="ja-JP" b="1" dirty="0"/>
              <a:t>(Dare)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Who</a:t>
            </a:r>
            <a:endParaRPr lang="en-IN" dirty="0"/>
          </a:p>
          <a:p>
            <a:r>
              <a:rPr lang="ja-JP" altLang="en-US" b="1" dirty="0"/>
              <a:t>わたしたち</a:t>
            </a:r>
            <a:r>
              <a:rPr lang="en-IN" altLang="ja-JP" b="1" dirty="0"/>
              <a:t> (</a:t>
            </a:r>
            <a:r>
              <a:rPr lang="en-IN" altLang="ja-JP" b="1" dirty="0" err="1"/>
              <a:t>watashitachi</a:t>
            </a:r>
            <a:r>
              <a:rPr lang="en-IN" altLang="ja-JP" b="1" dirty="0"/>
              <a:t>)</a:t>
            </a:r>
            <a:r>
              <a:rPr lang="en-US" altLang="ja-JP" b="1" dirty="0"/>
              <a:t>― </a:t>
            </a:r>
            <a:r>
              <a:rPr lang="en-IN" b="1" dirty="0"/>
              <a:t>We</a:t>
            </a:r>
            <a:endParaRPr lang="en-IN" dirty="0"/>
          </a:p>
          <a:p>
            <a:r>
              <a:rPr lang="ja-JP" altLang="en-US" b="1" dirty="0"/>
              <a:t>どこ</a:t>
            </a:r>
            <a:r>
              <a:rPr lang="en-IN" altLang="ja-JP" b="1" dirty="0"/>
              <a:t>( </a:t>
            </a:r>
            <a:r>
              <a:rPr lang="en-IN" altLang="ja-JP" b="1" dirty="0" err="1"/>
              <a:t>Doko</a:t>
            </a:r>
            <a:r>
              <a:rPr lang="en-IN" altLang="ja-JP" b="1" dirty="0"/>
              <a:t>)</a:t>
            </a:r>
            <a:r>
              <a:rPr lang="en-US" altLang="ja-JP" b="1" dirty="0"/>
              <a:t>― </a:t>
            </a:r>
            <a:r>
              <a:rPr lang="en-IN" b="1" dirty="0"/>
              <a:t>Where</a:t>
            </a:r>
            <a:endParaRPr lang="en-IN" dirty="0"/>
          </a:p>
          <a:p>
            <a:pPr marL="0" indent="0">
              <a:buNone/>
            </a:pPr>
            <a:r>
              <a:rPr lang="en-US" altLang="ja-JP" b="1" dirty="0" smtClean="0"/>
              <a:t>Counter</a:t>
            </a:r>
            <a:r>
              <a:rPr lang="ja-JP" altLang="en-US" b="1" dirty="0"/>
              <a:t>：</a:t>
            </a:r>
            <a:r>
              <a:rPr lang="ja-JP" altLang="en-US" b="1" dirty="0" smtClean="0"/>
              <a:t>ー　（</a:t>
            </a:r>
            <a:r>
              <a:rPr lang="en-US" altLang="ja-JP" b="1" dirty="0" smtClean="0"/>
              <a:t>Nin  - People</a:t>
            </a:r>
            <a:r>
              <a:rPr lang="ja-JP" altLang="en-US" b="1" dirty="0" smtClean="0"/>
              <a:t>）</a:t>
            </a:r>
            <a:endParaRPr lang="en-IN" dirty="0"/>
          </a:p>
          <a:p>
            <a:r>
              <a:rPr lang="ja-JP" altLang="en-US" b="1" dirty="0" smtClean="0"/>
              <a:t>ひ</a:t>
            </a:r>
            <a:r>
              <a:rPr lang="ja-JP" altLang="en-US" b="1" dirty="0"/>
              <a:t>と</a:t>
            </a:r>
            <a:r>
              <a:rPr lang="ja-JP" altLang="en-US" b="1" dirty="0" smtClean="0"/>
              <a:t>り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Hitori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  One person</a:t>
            </a:r>
            <a:endParaRPr lang="en-IN" dirty="0"/>
          </a:p>
          <a:p>
            <a:r>
              <a:rPr lang="ja-JP" altLang="en-US" b="1" dirty="0" smtClean="0"/>
              <a:t>ふ</a:t>
            </a:r>
            <a:r>
              <a:rPr lang="ja-JP" altLang="en-US" b="1" dirty="0"/>
              <a:t>た</a:t>
            </a:r>
            <a:r>
              <a:rPr lang="ja-JP" altLang="en-US" b="1" dirty="0" smtClean="0"/>
              <a:t>り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Futari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  Two Person</a:t>
            </a:r>
            <a:endParaRPr lang="en-IN" dirty="0"/>
          </a:p>
          <a:p>
            <a:r>
              <a:rPr lang="ja-JP" altLang="en-US" b="1" dirty="0" smtClean="0"/>
              <a:t>さ</a:t>
            </a:r>
            <a:r>
              <a:rPr lang="ja-JP" altLang="en-US" b="1" dirty="0"/>
              <a:t>んに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(San </a:t>
            </a:r>
            <a:r>
              <a:rPr lang="en-IN" altLang="ja-JP" b="1" dirty="0" err="1" smtClean="0"/>
              <a:t>nin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Three people</a:t>
            </a:r>
            <a:endParaRPr lang="en-IN" dirty="0"/>
          </a:p>
          <a:p>
            <a:r>
              <a:rPr lang="ja-JP" altLang="en-US" b="1" dirty="0" smtClean="0"/>
              <a:t>よにん</a:t>
            </a:r>
            <a:r>
              <a:rPr lang="ja-JP" altLang="en-US" b="1" dirty="0"/>
              <a:t>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Yo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nin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 </a:t>
            </a:r>
            <a:r>
              <a:rPr lang="en-IN" b="1" dirty="0" smtClean="0"/>
              <a:t> </a:t>
            </a:r>
            <a:r>
              <a:rPr lang="en-IN" b="1" dirty="0"/>
              <a:t>Four People</a:t>
            </a:r>
            <a:endParaRPr lang="en-IN" dirty="0"/>
          </a:p>
          <a:p>
            <a:r>
              <a:rPr lang="ja-JP" altLang="en-US" b="1" dirty="0" smtClean="0"/>
              <a:t>ご</a:t>
            </a:r>
            <a:r>
              <a:rPr lang="ja-JP" altLang="en-US" b="1" dirty="0"/>
              <a:t>に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(Go </a:t>
            </a:r>
            <a:r>
              <a:rPr lang="en-IN" altLang="ja-JP" b="1" dirty="0" err="1" smtClean="0"/>
              <a:t>nin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en-IN" b="1" dirty="0"/>
              <a:t>  Five People</a:t>
            </a:r>
            <a:endParaRPr lang="en-IN" dirty="0"/>
          </a:p>
          <a:p>
            <a:r>
              <a:rPr lang="ja-JP" altLang="en-US" b="1" dirty="0" smtClean="0"/>
              <a:t>ろ</a:t>
            </a:r>
            <a:r>
              <a:rPr lang="ja-JP" altLang="en-US" b="1" dirty="0"/>
              <a:t>くに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Roku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nin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 </a:t>
            </a:r>
            <a:r>
              <a:rPr lang="en-IN" b="1" dirty="0"/>
              <a:t>Six People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9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Watashino</a:t>
            </a:r>
            <a:r>
              <a:rPr lang="en-US" dirty="0"/>
              <a:t> </a:t>
            </a:r>
            <a:r>
              <a:rPr lang="en-US" dirty="0" err="1"/>
              <a:t>kazoku</a:t>
            </a:r>
            <a:r>
              <a:rPr lang="en-US" dirty="0"/>
              <a:t> (</a:t>
            </a:r>
            <a:r>
              <a:rPr lang="ja-JP" altLang="en-US" dirty="0"/>
              <a:t>わたしの　かぞく）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51683"/>
            <a:ext cx="8596668" cy="42896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b="1" dirty="0"/>
              <a:t>２．</a:t>
            </a:r>
            <a:r>
              <a:rPr lang="ja-JP" altLang="en-US" b="1" u="sng" dirty="0"/>
              <a:t>ぶん</a:t>
            </a:r>
            <a:r>
              <a:rPr lang="ja-JP" altLang="en-US" b="1" u="sng" dirty="0" smtClean="0"/>
              <a:t>ぽう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A.</a:t>
            </a:r>
            <a:r>
              <a:rPr lang="ja-JP" altLang="en-US" b="1" dirty="0"/>
              <a:t>　 と</a:t>
            </a:r>
            <a:r>
              <a:rPr lang="en-IN" b="1" dirty="0"/>
              <a:t> – With 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(</a:t>
            </a:r>
            <a:r>
              <a:rPr lang="en-IN" b="1" dirty="0" err="1"/>
              <a:t>Eg</a:t>
            </a:r>
            <a:r>
              <a:rPr lang="en-IN" b="1" dirty="0"/>
              <a:t>) </a:t>
            </a:r>
            <a:r>
              <a:rPr lang="ja-JP" altLang="en-US" b="1" dirty="0"/>
              <a:t>ともだち　</a:t>
            </a:r>
            <a:r>
              <a:rPr lang="ja-JP" altLang="en-US" b="1" dirty="0">
                <a:solidFill>
                  <a:srgbClr val="FF0000"/>
                </a:solidFill>
              </a:rPr>
              <a:t>と</a:t>
            </a:r>
            <a:r>
              <a:rPr lang="ja-JP" altLang="en-US" b="1" dirty="0"/>
              <a:t>　すんでいま</a:t>
            </a:r>
            <a:r>
              <a:rPr lang="ja-JP" altLang="en-US" b="1" dirty="0" smtClean="0"/>
              <a:t>す </a:t>
            </a:r>
            <a:r>
              <a:rPr lang="en-IN" altLang="ja-JP" b="1" dirty="0" smtClean="0"/>
              <a:t>– I live with my Friend</a:t>
            </a:r>
          </a:p>
          <a:p>
            <a:pPr marL="0" indent="0">
              <a:buNone/>
            </a:pPr>
            <a:r>
              <a:rPr lang="en-IN" b="1" dirty="0" err="1" smtClean="0"/>
              <a:t>Tomodachi</a:t>
            </a:r>
            <a:r>
              <a:rPr lang="en-IN" b="1" dirty="0" smtClean="0"/>
              <a:t> to </a:t>
            </a:r>
            <a:r>
              <a:rPr lang="en-IN" b="1" dirty="0" err="1" smtClean="0"/>
              <a:t>sunde</a:t>
            </a:r>
            <a:r>
              <a:rPr lang="en-IN" b="1" dirty="0" smtClean="0"/>
              <a:t> </a:t>
            </a:r>
            <a:r>
              <a:rPr lang="en-IN" b="1" dirty="0" err="1" smtClean="0"/>
              <a:t>imasu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B.</a:t>
            </a:r>
            <a:r>
              <a:rPr lang="ja-JP" altLang="en-US" b="1" dirty="0"/>
              <a:t>　に　</a:t>
            </a:r>
            <a:r>
              <a:rPr lang="en-US" altLang="ja-JP" b="1" dirty="0"/>
              <a:t>―</a:t>
            </a:r>
            <a:r>
              <a:rPr lang="en-IN" b="1" dirty="0"/>
              <a:t>In (Always before </a:t>
            </a:r>
            <a:r>
              <a:rPr lang="en-IN" b="1" dirty="0" err="1"/>
              <a:t>sunde</a:t>
            </a:r>
            <a:r>
              <a:rPr lang="en-IN" b="1" dirty="0"/>
              <a:t> </a:t>
            </a:r>
            <a:r>
              <a:rPr lang="en-IN" b="1" dirty="0" err="1"/>
              <a:t>imasu</a:t>
            </a:r>
            <a:r>
              <a:rPr lang="en-IN" b="1" dirty="0"/>
              <a:t>)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(</a:t>
            </a:r>
            <a:r>
              <a:rPr lang="en-IN" b="1" dirty="0" err="1"/>
              <a:t>Eg</a:t>
            </a:r>
            <a:r>
              <a:rPr lang="en-IN" b="1" dirty="0"/>
              <a:t>) </a:t>
            </a:r>
            <a:r>
              <a:rPr lang="ja-JP" altLang="en-US" b="1" dirty="0"/>
              <a:t>わたしたちは　とうきょう</a:t>
            </a:r>
            <a:r>
              <a:rPr lang="ja-JP" altLang="en-US" b="1" dirty="0">
                <a:solidFill>
                  <a:srgbClr val="FF0000"/>
                </a:solidFill>
              </a:rPr>
              <a:t>に</a:t>
            </a:r>
            <a:r>
              <a:rPr lang="ja-JP" altLang="en-US" b="1" dirty="0"/>
              <a:t>　すんで　います</a:t>
            </a:r>
            <a:r>
              <a:rPr lang="ja-JP" altLang="en-US" b="1" dirty="0" smtClean="0"/>
              <a:t>。</a:t>
            </a:r>
            <a:r>
              <a:rPr lang="en-IN" altLang="ja-JP" b="1" dirty="0" smtClean="0"/>
              <a:t>- We live in Tokyo</a:t>
            </a:r>
          </a:p>
          <a:p>
            <a:pPr marL="0" indent="0">
              <a:buNone/>
            </a:pPr>
            <a:r>
              <a:rPr lang="en-IN" b="1" dirty="0" err="1" smtClean="0"/>
              <a:t>Watashitachiwa</a:t>
            </a:r>
            <a:r>
              <a:rPr lang="en-IN" b="1" dirty="0" smtClean="0"/>
              <a:t> </a:t>
            </a:r>
            <a:r>
              <a:rPr lang="en-IN" b="1" dirty="0" err="1" smtClean="0"/>
              <a:t>Toukyouni</a:t>
            </a:r>
            <a:r>
              <a:rPr lang="en-IN" b="1" dirty="0" smtClean="0"/>
              <a:t> </a:t>
            </a:r>
            <a:r>
              <a:rPr lang="en-IN" b="1" dirty="0" err="1" smtClean="0"/>
              <a:t>sunde</a:t>
            </a:r>
            <a:r>
              <a:rPr lang="en-IN" b="1" dirty="0" smtClean="0"/>
              <a:t> </a:t>
            </a:r>
            <a:r>
              <a:rPr lang="en-IN" b="1" dirty="0" err="1" smtClean="0"/>
              <a:t>imasu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C. </a:t>
            </a:r>
            <a:r>
              <a:rPr lang="ja-JP" altLang="en-US" b="1" dirty="0"/>
              <a:t>　のー</a:t>
            </a:r>
            <a:r>
              <a:rPr lang="en-IN" b="1" dirty="0"/>
              <a:t>Belonging (Mine)</a:t>
            </a:r>
            <a:endParaRPr lang="en-IN" dirty="0"/>
          </a:p>
          <a:p>
            <a:pPr marL="0" indent="0">
              <a:buNone/>
            </a:pPr>
            <a:r>
              <a:rPr lang="en-IN" b="1" dirty="0" smtClean="0"/>
              <a:t>(</a:t>
            </a:r>
            <a:r>
              <a:rPr lang="en-IN" b="1" dirty="0" err="1" smtClean="0"/>
              <a:t>Eg</a:t>
            </a:r>
            <a:r>
              <a:rPr lang="ja-JP" altLang="en-US" b="1" dirty="0"/>
              <a:t>）わたし</a:t>
            </a:r>
            <a:r>
              <a:rPr lang="ja-JP" altLang="en-US" b="1" dirty="0">
                <a:solidFill>
                  <a:srgbClr val="FF0000"/>
                </a:solidFill>
              </a:rPr>
              <a:t>の</a:t>
            </a:r>
            <a:r>
              <a:rPr lang="ja-JP" altLang="en-US" b="1" dirty="0"/>
              <a:t>　かぞ</a:t>
            </a:r>
            <a:r>
              <a:rPr lang="ja-JP" altLang="en-US" b="1" dirty="0" smtClean="0"/>
              <a:t>く </a:t>
            </a:r>
            <a:r>
              <a:rPr lang="en-IN" altLang="ja-JP" b="1" dirty="0" smtClean="0"/>
              <a:t>– My family</a:t>
            </a:r>
          </a:p>
          <a:p>
            <a:pPr marL="0" indent="0">
              <a:buNone/>
            </a:pPr>
            <a:r>
              <a:rPr lang="en-IN" b="1" dirty="0" err="1" smtClean="0"/>
              <a:t>Watashino</a:t>
            </a:r>
            <a:r>
              <a:rPr lang="en-IN" b="1" dirty="0" smtClean="0"/>
              <a:t> </a:t>
            </a:r>
            <a:r>
              <a:rPr lang="en-IN" b="1" dirty="0" err="1" smtClean="0"/>
              <a:t>kazoku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70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Watashino</a:t>
            </a:r>
            <a:r>
              <a:rPr lang="en-US" dirty="0"/>
              <a:t> </a:t>
            </a:r>
            <a:r>
              <a:rPr lang="en-US" dirty="0" err="1"/>
              <a:t>kazoku</a:t>
            </a:r>
            <a:r>
              <a:rPr lang="en-US" dirty="0"/>
              <a:t> (</a:t>
            </a:r>
            <a:r>
              <a:rPr lang="ja-JP" altLang="en-US" dirty="0"/>
              <a:t>わたしの　かぞく）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51683"/>
            <a:ext cx="8596668" cy="4289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ja-JP" b="1" u="sng" dirty="0" smtClean="0"/>
              <a:t>3.</a:t>
            </a:r>
            <a:r>
              <a:rPr lang="ja-JP" altLang="en-US" b="1" u="sng" dirty="0" smtClean="0"/>
              <a:t>か</a:t>
            </a:r>
            <a:r>
              <a:rPr lang="ja-JP" altLang="en-US" b="1" u="sng" dirty="0"/>
              <a:t>いわ</a:t>
            </a:r>
            <a:endParaRPr lang="en-IN" dirty="0"/>
          </a:p>
          <a:p>
            <a:pPr marL="0" indent="0">
              <a:buNone/>
            </a:pPr>
            <a:r>
              <a:rPr lang="ja-JP" altLang="en-US" b="1" dirty="0" smtClean="0"/>
              <a:t>わ</a:t>
            </a:r>
            <a:r>
              <a:rPr lang="ja-JP" altLang="en-US" b="1" dirty="0"/>
              <a:t>たしの　かぞくは　</a:t>
            </a:r>
            <a:r>
              <a:rPr lang="ja-JP" altLang="en-US" b="1" dirty="0" smtClean="0"/>
              <a:t>さんに</a:t>
            </a:r>
            <a:r>
              <a:rPr lang="ja-JP" altLang="en-US" b="1" dirty="0"/>
              <a:t>ん　です</a:t>
            </a:r>
            <a:r>
              <a:rPr lang="ja-JP" altLang="en-US" b="1" dirty="0" smtClean="0"/>
              <a:t>。</a:t>
            </a:r>
            <a:r>
              <a:rPr lang="en-IN" b="1" dirty="0" err="1"/>
              <a:t>Watashino</a:t>
            </a:r>
            <a:r>
              <a:rPr lang="en-IN" b="1" dirty="0"/>
              <a:t> </a:t>
            </a:r>
            <a:r>
              <a:rPr lang="en-IN" b="1" dirty="0" err="1"/>
              <a:t>kazokuwa</a:t>
            </a:r>
            <a:r>
              <a:rPr lang="en-IN" b="1" dirty="0"/>
              <a:t> 3 </a:t>
            </a:r>
            <a:r>
              <a:rPr lang="en-IN" b="1" dirty="0" err="1"/>
              <a:t>nin</a:t>
            </a:r>
            <a:r>
              <a:rPr lang="en-IN" b="1" dirty="0"/>
              <a:t> </a:t>
            </a:r>
            <a:r>
              <a:rPr lang="en-IN" b="1" dirty="0" smtClean="0"/>
              <a:t>desu</a:t>
            </a:r>
          </a:p>
          <a:p>
            <a:pPr marL="0" indent="0">
              <a:buNone/>
            </a:pPr>
            <a:r>
              <a:rPr lang="ja-JP" altLang="en-US" b="1" dirty="0" smtClean="0"/>
              <a:t>ち</a:t>
            </a:r>
            <a:r>
              <a:rPr lang="ja-JP" altLang="en-US" b="1" dirty="0"/>
              <a:t>ちと　ははと　わたし　です</a:t>
            </a:r>
            <a:r>
              <a:rPr lang="ja-JP" altLang="en-US" b="1" dirty="0" smtClean="0"/>
              <a:t>。</a:t>
            </a:r>
            <a:r>
              <a:rPr lang="en-IN" b="1" dirty="0"/>
              <a:t>Chichi to </a:t>
            </a:r>
            <a:r>
              <a:rPr lang="en-IN" b="1" dirty="0" err="1"/>
              <a:t>haha</a:t>
            </a:r>
            <a:r>
              <a:rPr lang="en-IN" b="1" dirty="0"/>
              <a:t> to </a:t>
            </a:r>
            <a:r>
              <a:rPr lang="en-IN" b="1" dirty="0" err="1"/>
              <a:t>watashi</a:t>
            </a:r>
            <a:r>
              <a:rPr lang="en-IN" b="1" dirty="0"/>
              <a:t> desu</a:t>
            </a:r>
            <a:r>
              <a:rPr lang="ja-JP" altLang="en-US" b="1" dirty="0"/>
              <a:t>　</a:t>
            </a:r>
            <a:endParaRPr lang="en-IN" altLang="ja-JP" b="1" dirty="0" smtClean="0"/>
          </a:p>
          <a:p>
            <a:pPr marL="0" indent="0">
              <a:buNone/>
            </a:pPr>
            <a:r>
              <a:rPr lang="ja-JP" altLang="en-US" b="1" dirty="0" smtClean="0"/>
              <a:t>ち</a:t>
            </a:r>
            <a:r>
              <a:rPr lang="ja-JP" altLang="en-US" b="1" dirty="0"/>
              <a:t>ちは　ごじ</a:t>
            </a:r>
            <a:r>
              <a:rPr lang="ja-JP" altLang="en-US" b="1" dirty="0" smtClean="0"/>
              <a:t>ゅっさ</a:t>
            </a:r>
            <a:r>
              <a:rPr lang="ja-JP" altLang="en-US" b="1" dirty="0"/>
              <a:t>いで</a:t>
            </a:r>
            <a:r>
              <a:rPr lang="ja-JP" altLang="en-US" b="1" dirty="0" smtClean="0"/>
              <a:t>す</a:t>
            </a:r>
            <a:r>
              <a:rPr lang="en-IN" altLang="ja-JP" b="1" dirty="0" smtClean="0"/>
              <a:t>.</a:t>
            </a:r>
            <a:r>
              <a:rPr lang="en-IN" b="1" dirty="0"/>
              <a:t> </a:t>
            </a:r>
            <a:r>
              <a:rPr lang="en-IN" b="1" dirty="0" err="1"/>
              <a:t>Chichiwa</a:t>
            </a:r>
            <a:r>
              <a:rPr lang="en-IN" b="1" dirty="0"/>
              <a:t> </a:t>
            </a:r>
            <a:r>
              <a:rPr lang="en-IN" b="1" dirty="0" err="1"/>
              <a:t>gojyusai</a:t>
            </a:r>
            <a:r>
              <a:rPr lang="en-IN" b="1" dirty="0"/>
              <a:t> desu</a:t>
            </a:r>
            <a:endParaRPr lang="en-IN" altLang="ja-JP" b="1" dirty="0" smtClean="0"/>
          </a:p>
          <a:p>
            <a:pPr marL="0" indent="0">
              <a:buNone/>
            </a:pPr>
            <a:r>
              <a:rPr lang="ja-JP" altLang="en-US" b="1" dirty="0" smtClean="0"/>
              <a:t>は</a:t>
            </a:r>
            <a:r>
              <a:rPr lang="ja-JP" altLang="en-US" b="1" dirty="0"/>
              <a:t>はは　よんじ</a:t>
            </a:r>
            <a:r>
              <a:rPr lang="ja-JP" altLang="en-US" b="1" dirty="0" smtClean="0"/>
              <a:t>ゅうご</a:t>
            </a:r>
            <a:r>
              <a:rPr lang="ja-JP" altLang="en-US" b="1" dirty="0"/>
              <a:t>さい　です</a:t>
            </a:r>
            <a:r>
              <a:rPr lang="ja-JP" altLang="en-US" b="1" dirty="0" smtClean="0"/>
              <a:t>。</a:t>
            </a:r>
            <a:r>
              <a:rPr lang="en-IN" altLang="ja-JP" b="1" dirty="0" err="1" smtClean="0"/>
              <a:t>H</a:t>
            </a:r>
            <a:r>
              <a:rPr lang="en-IN" b="1" dirty="0" err="1" smtClean="0"/>
              <a:t>ahawa</a:t>
            </a:r>
            <a:r>
              <a:rPr lang="en-IN" b="1" dirty="0" smtClean="0"/>
              <a:t> </a:t>
            </a:r>
            <a:r>
              <a:rPr lang="en-IN" b="1" dirty="0" err="1" smtClean="0"/>
              <a:t>yonjyugosai</a:t>
            </a:r>
            <a:r>
              <a:rPr lang="en-IN" b="1" dirty="0" smtClean="0"/>
              <a:t> </a:t>
            </a:r>
            <a:r>
              <a:rPr lang="en-IN" b="1" dirty="0"/>
              <a:t>desu</a:t>
            </a:r>
            <a:r>
              <a:rPr lang="ja-JP" altLang="en-US" b="1" dirty="0"/>
              <a:t>　</a:t>
            </a:r>
            <a:endParaRPr lang="en-IN" dirty="0"/>
          </a:p>
          <a:p>
            <a:pPr marL="0" indent="0">
              <a:buNone/>
            </a:pPr>
            <a:r>
              <a:rPr lang="ja-JP" altLang="en-US" b="1" dirty="0"/>
              <a:t>わたしは　はたち　で</a:t>
            </a:r>
            <a:r>
              <a:rPr lang="ja-JP" altLang="en-US" b="1" dirty="0" smtClean="0"/>
              <a:t>す</a:t>
            </a:r>
            <a:r>
              <a:rPr lang="en-IN" altLang="ja-JP" b="1" dirty="0" smtClean="0"/>
              <a:t>.</a:t>
            </a:r>
            <a:r>
              <a:rPr lang="en-IN" altLang="ja-JP" b="1" dirty="0" err="1" smtClean="0"/>
              <a:t>W</a:t>
            </a:r>
            <a:r>
              <a:rPr lang="en-IN" b="1" dirty="0" err="1" smtClean="0"/>
              <a:t>atashiwa</a:t>
            </a:r>
            <a:r>
              <a:rPr lang="en-IN" b="1" dirty="0" smtClean="0"/>
              <a:t> </a:t>
            </a:r>
            <a:r>
              <a:rPr lang="en-IN" b="1" dirty="0" err="1" smtClean="0"/>
              <a:t>hatachi</a:t>
            </a:r>
            <a:r>
              <a:rPr lang="en-IN" b="1" dirty="0" smtClean="0"/>
              <a:t> </a:t>
            </a:r>
            <a:r>
              <a:rPr lang="en-IN" b="1" dirty="0"/>
              <a:t>desu</a:t>
            </a:r>
            <a:endParaRPr lang="en-IN" dirty="0"/>
          </a:p>
          <a:p>
            <a:pPr marL="0" indent="0">
              <a:buNone/>
            </a:pPr>
            <a:r>
              <a:rPr lang="ja-JP" altLang="en-US" b="1" dirty="0"/>
              <a:t>わたしたちは　おおさかに　すんでいます</a:t>
            </a:r>
            <a:r>
              <a:rPr lang="ja-JP" altLang="en-US" b="1" dirty="0" smtClean="0"/>
              <a:t>。</a:t>
            </a:r>
            <a:r>
              <a:rPr lang="en-IN" altLang="ja-JP" b="1" dirty="0" err="1" smtClean="0"/>
              <a:t>Wa</a:t>
            </a:r>
            <a:r>
              <a:rPr lang="en-IN" b="1" dirty="0" err="1" smtClean="0"/>
              <a:t>tashitachiwa</a:t>
            </a:r>
            <a:r>
              <a:rPr lang="en-IN" b="1" dirty="0" smtClean="0"/>
              <a:t> </a:t>
            </a:r>
            <a:r>
              <a:rPr lang="en-IN" b="1" dirty="0" err="1"/>
              <a:t>oosakani</a:t>
            </a:r>
            <a:r>
              <a:rPr lang="en-IN" b="1" dirty="0"/>
              <a:t> </a:t>
            </a:r>
            <a:r>
              <a:rPr lang="en-IN" b="1" dirty="0" err="1"/>
              <a:t>sunde</a:t>
            </a:r>
            <a:r>
              <a:rPr lang="en-IN" b="1" dirty="0"/>
              <a:t> </a:t>
            </a:r>
            <a:r>
              <a:rPr lang="en-IN" b="1" dirty="0" err="1"/>
              <a:t>imasu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23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9373"/>
          </a:xfrm>
        </p:spPr>
        <p:txBody>
          <a:bodyPr/>
          <a:lstStyle/>
          <a:p>
            <a:r>
              <a:rPr lang="en-US" dirty="0" err="1"/>
              <a:t>Watashino</a:t>
            </a:r>
            <a:r>
              <a:rPr lang="en-US" dirty="0"/>
              <a:t> </a:t>
            </a:r>
            <a:r>
              <a:rPr lang="en-US" dirty="0" err="1"/>
              <a:t>kazoku</a:t>
            </a:r>
            <a:r>
              <a:rPr lang="en-US" dirty="0"/>
              <a:t> (</a:t>
            </a:r>
            <a:r>
              <a:rPr lang="ja-JP" altLang="en-US" dirty="0"/>
              <a:t>わたしの　かぞく）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6260"/>
            <a:ext cx="8596668" cy="4924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ja-JP" b="1" u="sng" smtClean="0"/>
              <a:t>Complimentary </a:t>
            </a:r>
            <a:r>
              <a:rPr lang="en-IN" altLang="ja-JP" b="1" u="sng" dirty="0" smtClean="0"/>
              <a:t>phrases:-</a:t>
            </a:r>
          </a:p>
          <a:p>
            <a:pPr fontAlgn="ctr"/>
            <a:r>
              <a:rPr lang="en-IN" b="1" dirty="0" err="1"/>
              <a:t>Suteki</a:t>
            </a:r>
            <a:r>
              <a:rPr lang="en-IN" b="1" dirty="0"/>
              <a:t> desu </a:t>
            </a:r>
            <a:r>
              <a:rPr lang="en-IN" b="1" dirty="0" smtClean="0"/>
              <a:t>(</a:t>
            </a:r>
            <a:r>
              <a:rPr lang="ja-JP" altLang="en-US" b="1" dirty="0" smtClean="0"/>
              <a:t>すてき　で</a:t>
            </a:r>
            <a:r>
              <a:rPr lang="ja-JP" altLang="en-US" b="1" dirty="0"/>
              <a:t>す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IN" dirty="0" smtClean="0"/>
              <a:t>"</a:t>
            </a:r>
            <a:r>
              <a:rPr lang="en-IN" dirty="0"/>
              <a:t>lovely," or "beautiful." </a:t>
            </a:r>
          </a:p>
          <a:p>
            <a:pPr fontAlgn="ctr"/>
            <a:r>
              <a:rPr lang="en-IN" b="1" dirty="0" err="1"/>
              <a:t>Kakkoii</a:t>
            </a:r>
            <a:r>
              <a:rPr lang="en-IN" b="1" dirty="0"/>
              <a:t> desu (</a:t>
            </a:r>
            <a:r>
              <a:rPr lang="ja-JP" altLang="en-US" b="1" dirty="0"/>
              <a:t>かっこい</a:t>
            </a:r>
            <a:r>
              <a:rPr lang="ja-JP" altLang="en-US" b="1" dirty="0" smtClean="0"/>
              <a:t>い　で</a:t>
            </a:r>
            <a:r>
              <a:rPr lang="ja-JP" altLang="en-US" b="1" dirty="0"/>
              <a:t>す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IN" dirty="0"/>
              <a:t>Means "cool" or "handsome," can be used for various things like clothing or someone's appearance. </a:t>
            </a:r>
          </a:p>
          <a:p>
            <a:pPr fontAlgn="ctr"/>
            <a:r>
              <a:rPr lang="en-IN" b="1" dirty="0" err="1"/>
              <a:t>Kawaii</a:t>
            </a:r>
            <a:r>
              <a:rPr lang="en-IN" b="1" dirty="0"/>
              <a:t> desu (</a:t>
            </a:r>
            <a:r>
              <a:rPr lang="ja-JP" altLang="en-US" b="1" dirty="0"/>
              <a:t>かわい</a:t>
            </a:r>
            <a:r>
              <a:rPr lang="ja-JP" altLang="en-US" b="1" dirty="0" smtClean="0"/>
              <a:t>い　で</a:t>
            </a:r>
            <a:r>
              <a:rPr lang="ja-JP" altLang="en-US" b="1" dirty="0"/>
              <a:t>す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IN" dirty="0" smtClean="0"/>
              <a:t>"cute" </a:t>
            </a:r>
          </a:p>
          <a:p>
            <a:pPr fontAlgn="ctr"/>
            <a:r>
              <a:rPr lang="en-IN" b="1" dirty="0" err="1"/>
              <a:t>Hansamu</a:t>
            </a:r>
            <a:r>
              <a:rPr lang="en-IN" b="1" dirty="0"/>
              <a:t> desu (</a:t>
            </a:r>
            <a:r>
              <a:rPr lang="ja-JP" altLang="en-US" b="1" dirty="0"/>
              <a:t>ハンサムです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US" altLang="ja-JP" dirty="0" smtClean="0"/>
              <a:t>"</a:t>
            </a:r>
            <a:r>
              <a:rPr lang="en-IN" dirty="0" smtClean="0"/>
              <a:t>handsome</a:t>
            </a:r>
            <a:r>
              <a:rPr lang="en-IN" dirty="0"/>
              <a:t>"</a:t>
            </a:r>
            <a:endParaRPr lang="en-IN" dirty="0" smtClean="0"/>
          </a:p>
          <a:p>
            <a:pPr fontAlgn="ctr"/>
            <a:r>
              <a:rPr lang="en-IN" b="1" dirty="0" smtClean="0"/>
              <a:t>Ii </a:t>
            </a:r>
            <a:r>
              <a:rPr lang="en-IN" b="1" dirty="0"/>
              <a:t>desu ne (</a:t>
            </a:r>
            <a:r>
              <a:rPr lang="ja-JP" altLang="en-US" b="1" dirty="0"/>
              <a:t>い</a:t>
            </a:r>
            <a:r>
              <a:rPr lang="ja-JP" altLang="en-US" b="1" dirty="0" smtClean="0"/>
              <a:t>い　で</a:t>
            </a:r>
            <a:r>
              <a:rPr lang="ja-JP" altLang="en-US" b="1" dirty="0"/>
              <a:t>すね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US" altLang="ja-JP" dirty="0"/>
              <a:t>"</a:t>
            </a:r>
            <a:r>
              <a:rPr lang="en-IN" dirty="0"/>
              <a:t>That's good" or "That's nice." </a:t>
            </a:r>
          </a:p>
          <a:p>
            <a:r>
              <a:rPr lang="en-IN" b="1" dirty="0" err="1"/>
              <a:t>Sugoi</a:t>
            </a:r>
            <a:r>
              <a:rPr lang="en-IN" b="1" dirty="0"/>
              <a:t> desu (</a:t>
            </a:r>
            <a:r>
              <a:rPr lang="ja-JP" altLang="en-US" b="1" dirty="0"/>
              <a:t>すご</a:t>
            </a:r>
            <a:r>
              <a:rPr lang="ja-JP" altLang="en-US" b="1" dirty="0" smtClean="0"/>
              <a:t>い　で</a:t>
            </a:r>
            <a:r>
              <a:rPr lang="ja-JP" altLang="en-US" b="1" dirty="0"/>
              <a:t>す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US" altLang="ja-JP" dirty="0"/>
              <a:t>"</a:t>
            </a:r>
            <a:r>
              <a:rPr lang="en-IN" dirty="0"/>
              <a:t>Amazing!" or "Incredible!" </a:t>
            </a:r>
            <a:endParaRPr lang="en-IN" dirty="0" smtClean="0"/>
          </a:p>
          <a:p>
            <a:r>
              <a:rPr lang="en-IN" b="1" dirty="0" err="1"/>
              <a:t>Kirei</a:t>
            </a:r>
            <a:r>
              <a:rPr lang="en-IN" b="1" dirty="0"/>
              <a:t> desu </a:t>
            </a:r>
            <a:r>
              <a:rPr lang="en-IN" b="1" dirty="0" smtClean="0"/>
              <a:t>(</a:t>
            </a:r>
            <a:r>
              <a:rPr lang="ja-JP" altLang="en-US" b="1" dirty="0"/>
              <a:t>きれ</a:t>
            </a:r>
            <a:r>
              <a:rPr lang="ja-JP" altLang="en-US" b="1" dirty="0" smtClean="0"/>
              <a:t>い　で</a:t>
            </a:r>
            <a:r>
              <a:rPr lang="ja-JP" altLang="en-US" b="1" dirty="0"/>
              <a:t>す</a:t>
            </a:r>
            <a:r>
              <a:rPr lang="en-US" altLang="ja-JP" b="1" dirty="0"/>
              <a:t>):</a:t>
            </a:r>
            <a:r>
              <a:rPr lang="ja-JP" altLang="en-US" dirty="0"/>
              <a:t> </a:t>
            </a:r>
            <a:r>
              <a:rPr lang="en-US" altLang="ja-JP" dirty="0" smtClean="0"/>
              <a:t>"</a:t>
            </a:r>
            <a:r>
              <a:rPr lang="en-IN" dirty="0" smtClean="0"/>
              <a:t> beautiful“</a:t>
            </a:r>
          </a:p>
          <a:p>
            <a:r>
              <a:rPr lang="en-US" altLang="ja-JP" b="1" dirty="0" err="1"/>
              <a:t>Subarashii</a:t>
            </a:r>
            <a:r>
              <a:rPr lang="en-US" altLang="ja-JP" b="1" dirty="0"/>
              <a:t> </a:t>
            </a:r>
            <a:r>
              <a:rPr lang="en-US" altLang="ja-JP" b="1" dirty="0" err="1"/>
              <a:t>desu</a:t>
            </a:r>
            <a:r>
              <a:rPr lang="en-US" altLang="ja-JP" b="1" dirty="0"/>
              <a:t> </a:t>
            </a:r>
            <a:r>
              <a:rPr lang="en-US" altLang="ja-JP" b="1" dirty="0" smtClean="0"/>
              <a:t>(</a:t>
            </a:r>
            <a:r>
              <a:rPr lang="ja-JP" altLang="en-US" b="1" dirty="0"/>
              <a:t>すば</a:t>
            </a:r>
            <a:r>
              <a:rPr lang="ja-JP" altLang="en-US" b="1" dirty="0" smtClean="0"/>
              <a:t>ら</a:t>
            </a:r>
            <a:r>
              <a:rPr lang="ja-JP" altLang="en-US" b="1" dirty="0"/>
              <a:t>し</a:t>
            </a:r>
            <a:r>
              <a:rPr lang="ja-JP" altLang="en-US" b="1" dirty="0" smtClean="0"/>
              <a:t>い　で</a:t>
            </a:r>
            <a:r>
              <a:rPr lang="ja-JP" altLang="en-US" b="1" dirty="0"/>
              <a:t>す</a:t>
            </a:r>
            <a:r>
              <a:rPr lang="en-US" altLang="ja-JP" b="1" dirty="0" smtClean="0"/>
              <a:t>)</a:t>
            </a:r>
            <a:r>
              <a:rPr lang="ja-JP" altLang="en-US" b="1" dirty="0" smtClean="0"/>
              <a:t>：</a:t>
            </a:r>
            <a:r>
              <a:rPr lang="en-IN" dirty="0"/>
              <a:t>"Wonderful!" or "</a:t>
            </a:r>
            <a:r>
              <a:rPr lang="en-IN" dirty="0" err="1"/>
              <a:t>Breathtaking</a:t>
            </a:r>
            <a:r>
              <a:rPr lang="en-IN" dirty="0"/>
              <a:t>!" </a:t>
            </a:r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endParaRPr lang="en-IN" altLang="ja-JP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AutoShape 2" descr="Tree In City Park Stock Photo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77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9373"/>
          </a:xfrm>
        </p:spPr>
        <p:txBody>
          <a:bodyPr/>
          <a:lstStyle/>
          <a:p>
            <a:r>
              <a:rPr lang="en-US" dirty="0" err="1"/>
              <a:t>Watashino</a:t>
            </a:r>
            <a:r>
              <a:rPr lang="en-US" dirty="0"/>
              <a:t> </a:t>
            </a:r>
            <a:r>
              <a:rPr lang="en-US" dirty="0" err="1"/>
              <a:t>kazoku</a:t>
            </a:r>
            <a:r>
              <a:rPr lang="en-US" dirty="0"/>
              <a:t> (</a:t>
            </a:r>
            <a:r>
              <a:rPr lang="ja-JP" altLang="en-US" dirty="0"/>
              <a:t>わたしの　かぞく）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6260"/>
            <a:ext cx="8596668" cy="49245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altLang="ja-JP" b="1" u="sng" dirty="0" smtClean="0"/>
              <a:t>Talking about your family by showing a photo:-</a:t>
            </a:r>
          </a:p>
          <a:p>
            <a:pPr marL="0" indent="0">
              <a:buNone/>
            </a:pPr>
            <a:r>
              <a:rPr lang="ja-JP" altLang="en-US" dirty="0" smtClean="0"/>
              <a:t>キム：　この　おとこのこは　だれ　ですか </a:t>
            </a:r>
            <a:endParaRPr lang="en-US" altLang="ja-JP" dirty="0" smtClean="0"/>
          </a:p>
          <a:p>
            <a:pPr marL="0" indent="0">
              <a:buNone/>
            </a:pPr>
            <a:r>
              <a:rPr lang="en-IN" altLang="ja-JP" dirty="0" err="1" smtClean="0"/>
              <a:t>Kimu</a:t>
            </a:r>
            <a:r>
              <a:rPr lang="en-IN" altLang="ja-JP" dirty="0" smtClean="0"/>
              <a:t> : </a:t>
            </a:r>
            <a:r>
              <a:rPr lang="en-IN" altLang="ja-JP" dirty="0" err="1" smtClean="0"/>
              <a:t>Kono</a:t>
            </a:r>
            <a:r>
              <a:rPr lang="en-IN" altLang="ja-JP" dirty="0" smtClean="0"/>
              <a:t> </a:t>
            </a:r>
            <a:r>
              <a:rPr lang="en-IN" altLang="ja-JP" dirty="0" err="1" smtClean="0"/>
              <a:t>otokonokowa</a:t>
            </a:r>
            <a:r>
              <a:rPr lang="ja-JP" altLang="en-US" dirty="0" smtClean="0"/>
              <a:t>　 </a:t>
            </a:r>
            <a:r>
              <a:rPr lang="en-IN" altLang="ja-JP" dirty="0" smtClean="0"/>
              <a:t>dare desuka </a:t>
            </a:r>
            <a:r>
              <a:rPr lang="ja-JP" altLang="en-US" dirty="0" smtClean="0"/>
              <a:t>　　 </a:t>
            </a:r>
            <a:r>
              <a:rPr lang="en-IN" dirty="0" smtClean="0"/>
              <a:t>   </a:t>
            </a:r>
          </a:p>
          <a:p>
            <a:pPr marL="0" indent="0">
              <a:buNone/>
            </a:pPr>
            <a:r>
              <a:rPr lang="ja-JP" altLang="en-US" dirty="0" smtClean="0"/>
              <a:t>すずき：あにの　こども　です </a:t>
            </a:r>
            <a:r>
              <a:rPr lang="en-IN" dirty="0" smtClean="0"/>
              <a:t>  </a:t>
            </a:r>
          </a:p>
          <a:p>
            <a:pPr marL="0" indent="0">
              <a:buNone/>
            </a:pPr>
            <a:r>
              <a:rPr lang="en-IN" dirty="0" smtClean="0"/>
              <a:t>Suzuki: </a:t>
            </a:r>
            <a:r>
              <a:rPr lang="en-IN" dirty="0" err="1" smtClean="0"/>
              <a:t>Anino</a:t>
            </a:r>
            <a:r>
              <a:rPr lang="en-IN" dirty="0" smtClean="0"/>
              <a:t> </a:t>
            </a:r>
            <a:r>
              <a:rPr lang="en-IN" dirty="0" err="1" smtClean="0"/>
              <a:t>kodomo</a:t>
            </a:r>
            <a:r>
              <a:rPr lang="en-IN" dirty="0" smtClean="0"/>
              <a:t> desu                                             </a:t>
            </a:r>
          </a:p>
          <a:p>
            <a:pPr marL="0" indent="0">
              <a:buNone/>
            </a:pPr>
            <a:r>
              <a:rPr lang="ja-JP" altLang="en-US" dirty="0" smtClean="0"/>
              <a:t>キム：かわいいですね。なんさい　ですか </a:t>
            </a:r>
            <a:r>
              <a:rPr lang="en-IN" dirty="0" smtClean="0"/>
              <a:t>  </a:t>
            </a:r>
          </a:p>
          <a:p>
            <a:pPr marL="0" indent="0">
              <a:buNone/>
            </a:pPr>
            <a:r>
              <a:rPr lang="en-IN" dirty="0" err="1" smtClean="0"/>
              <a:t>Kimu</a:t>
            </a:r>
            <a:r>
              <a:rPr lang="en-IN" dirty="0" smtClean="0"/>
              <a:t> : </a:t>
            </a:r>
            <a:r>
              <a:rPr lang="en-IN" dirty="0" err="1" smtClean="0"/>
              <a:t>kawaii</a:t>
            </a:r>
            <a:r>
              <a:rPr lang="en-IN" dirty="0" smtClean="0"/>
              <a:t> </a:t>
            </a:r>
            <a:r>
              <a:rPr lang="en-IN" dirty="0" err="1" smtClean="0"/>
              <a:t>desune</a:t>
            </a:r>
            <a:r>
              <a:rPr lang="en-IN" dirty="0" smtClean="0"/>
              <a:t>. </a:t>
            </a:r>
            <a:r>
              <a:rPr lang="en-IN" dirty="0" err="1" smtClean="0"/>
              <a:t>Nansai</a:t>
            </a:r>
            <a:r>
              <a:rPr lang="en-IN" dirty="0" smtClean="0"/>
              <a:t> desuka                      </a:t>
            </a:r>
          </a:p>
          <a:p>
            <a:pPr marL="0" indent="0">
              <a:buNone/>
            </a:pPr>
            <a:r>
              <a:rPr lang="ja-JP" altLang="en-US" dirty="0" smtClean="0"/>
              <a:t>すずき：にさい　です</a:t>
            </a:r>
            <a:endParaRPr lang="en-IN" altLang="ja-JP" dirty="0" smtClean="0"/>
          </a:p>
          <a:p>
            <a:pPr marL="0" indent="0">
              <a:buNone/>
            </a:pPr>
            <a:r>
              <a:rPr lang="en-IN" dirty="0" smtClean="0"/>
              <a:t>Suzuki : </a:t>
            </a:r>
            <a:r>
              <a:rPr lang="en-US" altLang="ja-JP" dirty="0" smtClean="0"/>
              <a:t>Ni</a:t>
            </a:r>
            <a:r>
              <a:rPr lang="ja-JP" altLang="en-US" dirty="0" smtClean="0"/>
              <a:t>　</a:t>
            </a:r>
            <a:r>
              <a:rPr lang="en-IN" dirty="0" err="1" smtClean="0"/>
              <a:t>sai</a:t>
            </a:r>
            <a:r>
              <a:rPr lang="en-IN" dirty="0" smtClean="0"/>
              <a:t> desu</a:t>
            </a:r>
          </a:p>
          <a:p>
            <a:pPr marL="0" indent="0">
              <a:buNone/>
            </a:pPr>
            <a:r>
              <a:rPr lang="ja-JP" altLang="en-US" dirty="0"/>
              <a:t>キム：　この　</a:t>
            </a:r>
            <a:r>
              <a:rPr lang="ja-JP" altLang="en-US" dirty="0" smtClean="0"/>
              <a:t>おんなの</a:t>
            </a:r>
            <a:r>
              <a:rPr lang="ja-JP" altLang="en-US" dirty="0"/>
              <a:t>こは　だれ　ですか </a:t>
            </a:r>
            <a:endParaRPr lang="en-US" altLang="ja-JP" dirty="0"/>
          </a:p>
          <a:p>
            <a:pPr marL="0" indent="0">
              <a:buNone/>
            </a:pPr>
            <a:r>
              <a:rPr lang="en-IN" altLang="ja-JP" dirty="0" err="1"/>
              <a:t>Kimu</a:t>
            </a:r>
            <a:r>
              <a:rPr lang="en-IN" altLang="ja-JP" dirty="0"/>
              <a:t> : </a:t>
            </a:r>
            <a:r>
              <a:rPr lang="en-IN" altLang="ja-JP" dirty="0" err="1"/>
              <a:t>Kono</a:t>
            </a:r>
            <a:r>
              <a:rPr lang="en-IN" altLang="ja-JP" dirty="0"/>
              <a:t> </a:t>
            </a:r>
            <a:r>
              <a:rPr lang="en-IN" altLang="ja-JP" dirty="0" err="1" smtClean="0"/>
              <a:t>onnanokowa</a:t>
            </a:r>
            <a:r>
              <a:rPr lang="ja-JP" altLang="en-US" dirty="0"/>
              <a:t>　 </a:t>
            </a:r>
            <a:r>
              <a:rPr lang="en-IN" altLang="ja-JP" dirty="0"/>
              <a:t>dare </a:t>
            </a:r>
            <a:r>
              <a:rPr lang="en-IN" altLang="ja-JP" dirty="0" smtClean="0"/>
              <a:t>desuka</a:t>
            </a:r>
          </a:p>
          <a:p>
            <a:pPr marL="0" indent="0">
              <a:buNone/>
            </a:pPr>
            <a:r>
              <a:rPr lang="ja-JP" altLang="en-US" dirty="0"/>
              <a:t>すずき：</a:t>
            </a:r>
            <a:r>
              <a:rPr lang="ja-JP" altLang="en-US" dirty="0" smtClean="0"/>
              <a:t>あねの</a:t>
            </a:r>
            <a:r>
              <a:rPr lang="ja-JP" altLang="en-US" dirty="0"/>
              <a:t>　こども　で</a:t>
            </a:r>
            <a:r>
              <a:rPr lang="ja-JP" altLang="en-US" dirty="0" smtClean="0"/>
              <a:t>す</a:t>
            </a:r>
            <a:r>
              <a:rPr lang="en-IN" altLang="ja-JP" dirty="0" smtClean="0"/>
              <a:t>.</a:t>
            </a:r>
            <a:r>
              <a:rPr lang="ja-JP" altLang="en-US" dirty="0" smtClean="0"/>
              <a:t>　よ</a:t>
            </a:r>
            <a:r>
              <a:rPr lang="ja-JP" altLang="en-US" dirty="0"/>
              <a:t>んさ</a:t>
            </a:r>
            <a:r>
              <a:rPr lang="ja-JP" altLang="en-US" dirty="0" smtClean="0"/>
              <a:t>い </a:t>
            </a:r>
            <a:r>
              <a:rPr lang="ja-JP" altLang="en-US" dirty="0"/>
              <a:t>です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Suzuki: </a:t>
            </a:r>
            <a:r>
              <a:rPr lang="en-IN" dirty="0" err="1" smtClean="0"/>
              <a:t>Ane</a:t>
            </a:r>
            <a:r>
              <a:rPr lang="en-IN" dirty="0" smtClean="0"/>
              <a:t> no </a:t>
            </a:r>
            <a:r>
              <a:rPr lang="en-IN" dirty="0" err="1"/>
              <a:t>kodomo</a:t>
            </a:r>
            <a:r>
              <a:rPr lang="en-IN" dirty="0"/>
              <a:t> </a:t>
            </a:r>
            <a:r>
              <a:rPr lang="en-IN" dirty="0" smtClean="0"/>
              <a:t>desu</a:t>
            </a:r>
            <a:r>
              <a:rPr lang="ja-JP" altLang="en-US" dirty="0" smtClean="0"/>
              <a:t>。</a:t>
            </a:r>
            <a:r>
              <a:rPr lang="en-IN" altLang="ja-JP" dirty="0" err="1" smtClean="0"/>
              <a:t>Yonsai</a:t>
            </a:r>
            <a:r>
              <a:rPr lang="en-IN" altLang="ja-JP" dirty="0" smtClean="0"/>
              <a:t> desu</a:t>
            </a:r>
            <a:r>
              <a:rPr lang="en-IN" dirty="0" smtClean="0"/>
              <a:t>                                             </a:t>
            </a:r>
            <a:endParaRPr lang="en-IN" dirty="0"/>
          </a:p>
          <a:p>
            <a:pPr marL="0" indent="0">
              <a:buNone/>
            </a:pPr>
            <a:endParaRPr lang="en-IN" altLang="ja-JP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AutoShape 2" descr="Tree In City Park Stock Photo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510" y="1603023"/>
            <a:ext cx="4425245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0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7508"/>
          </a:xfrm>
        </p:spPr>
        <p:txBody>
          <a:bodyPr/>
          <a:lstStyle/>
          <a:p>
            <a:r>
              <a:rPr lang="en-US" dirty="0" err="1" smtClean="0"/>
              <a:t>Sukina</a:t>
            </a:r>
            <a:r>
              <a:rPr lang="en-US" dirty="0" smtClean="0"/>
              <a:t> </a:t>
            </a:r>
            <a:r>
              <a:rPr lang="en-US" dirty="0" err="1" smtClean="0"/>
              <a:t>tabemono</a:t>
            </a:r>
            <a:r>
              <a:rPr lang="en-US" dirty="0" smtClean="0"/>
              <a:t> -</a:t>
            </a:r>
            <a:r>
              <a:rPr lang="ja-JP" altLang="en-US" dirty="0" smtClean="0"/>
              <a:t>すきな　たべもの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7108"/>
            <a:ext cx="8596668" cy="46642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ja-JP" altLang="en-US" b="1" u="sng" dirty="0" smtClean="0"/>
              <a:t>１．こ</a:t>
            </a:r>
            <a:r>
              <a:rPr lang="ja-JP" altLang="en-US" b="1" u="sng" dirty="0"/>
              <a:t>と</a:t>
            </a:r>
            <a:r>
              <a:rPr lang="ja-JP" altLang="en-US" b="1" u="sng" dirty="0" smtClean="0"/>
              <a:t>ば　：ー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ごはん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Gohan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Rice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みず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Mizu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/>
              <a:t>Water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にく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Niku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/>
              <a:t>Chicken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パ</a:t>
            </a:r>
            <a:r>
              <a:rPr lang="ja-JP" altLang="en-US" b="1" dirty="0"/>
              <a:t>ン</a:t>
            </a:r>
            <a:r>
              <a:rPr lang="ja-JP" altLang="en-US" b="1" dirty="0" smtClean="0"/>
              <a:t> </a:t>
            </a:r>
            <a:r>
              <a:rPr lang="en-IN" altLang="ja-JP" b="1" dirty="0" smtClean="0"/>
              <a:t>(Pan)</a:t>
            </a:r>
            <a:r>
              <a:rPr lang="en-US" altLang="ja-JP" b="1" dirty="0" smtClean="0"/>
              <a:t>―</a:t>
            </a:r>
            <a:r>
              <a:rPr lang="en-IN" b="1" dirty="0" smtClean="0"/>
              <a:t>Bread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さ</a:t>
            </a:r>
            <a:r>
              <a:rPr lang="ja-JP" altLang="en-US" b="1" dirty="0"/>
              <a:t>か</a:t>
            </a:r>
            <a:r>
              <a:rPr lang="ja-JP" altLang="en-US" b="1" dirty="0" smtClean="0"/>
              <a:t>な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sakana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/>
              <a:t>Fish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ワ</a:t>
            </a:r>
            <a:r>
              <a:rPr lang="ja-JP" altLang="en-US" b="1" dirty="0"/>
              <a:t>イン　　ー</a:t>
            </a:r>
            <a:r>
              <a:rPr lang="en-IN" b="1" dirty="0"/>
              <a:t>Wine</a:t>
            </a:r>
            <a:r>
              <a:rPr lang="ja-JP" altLang="en-US" b="1" dirty="0"/>
              <a:t>　　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く</a:t>
            </a:r>
            <a:r>
              <a:rPr lang="ja-JP" altLang="en-US" b="1" dirty="0"/>
              <a:t>だも</a:t>
            </a:r>
            <a:r>
              <a:rPr lang="ja-JP" altLang="en-US" b="1" dirty="0" smtClean="0"/>
              <a:t>の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kudamono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ja-JP" altLang="en-US" b="1" dirty="0"/>
              <a:t>　</a:t>
            </a:r>
            <a:r>
              <a:rPr lang="en-IN" altLang="ja-JP" b="1" dirty="0" smtClean="0"/>
              <a:t>Fruits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み</a:t>
            </a:r>
            <a:r>
              <a:rPr lang="ja-JP" altLang="en-US" b="1" dirty="0"/>
              <a:t>そし</a:t>
            </a:r>
            <a:r>
              <a:rPr lang="ja-JP" altLang="en-US" b="1" dirty="0" smtClean="0"/>
              <a:t>る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Misoshiru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－</a:t>
            </a:r>
            <a:r>
              <a:rPr lang="ja-JP" altLang="en-US" b="1" dirty="0"/>
              <a:t>　</a:t>
            </a:r>
            <a:r>
              <a:rPr lang="en-IN" b="1" dirty="0"/>
              <a:t>Japanese Soup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た</a:t>
            </a:r>
            <a:r>
              <a:rPr lang="ja-JP" altLang="en-US" b="1" dirty="0"/>
              <a:t>ま</a:t>
            </a:r>
            <a:r>
              <a:rPr lang="ja-JP" altLang="en-US" b="1" dirty="0" smtClean="0"/>
              <a:t>ご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Tamago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ja-JP" altLang="en-US" b="1" dirty="0"/>
              <a:t>　</a:t>
            </a:r>
            <a:r>
              <a:rPr lang="en-IN" b="1" dirty="0"/>
              <a:t>Egg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ぎゅうにゅ</a:t>
            </a:r>
            <a:r>
              <a:rPr lang="ja-JP" altLang="en-US" b="1" dirty="0" smtClean="0"/>
              <a:t>う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Gyuunyuu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ー</a:t>
            </a:r>
            <a:r>
              <a:rPr lang="en-IN" b="1" dirty="0"/>
              <a:t>Milk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コ</a:t>
            </a:r>
            <a:r>
              <a:rPr lang="ja-JP" altLang="en-US" b="1" dirty="0"/>
              <a:t>ー</a:t>
            </a:r>
            <a:r>
              <a:rPr lang="ja-JP" altLang="en-US" b="1" dirty="0" smtClean="0"/>
              <a:t>ヒ</a:t>
            </a:r>
            <a:r>
              <a:rPr lang="ja-JP" altLang="en-US" b="1" dirty="0"/>
              <a:t>ー　－</a:t>
            </a:r>
            <a:r>
              <a:rPr lang="en-IN" b="1" dirty="0"/>
              <a:t>Coffee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すきで</a:t>
            </a:r>
            <a:r>
              <a:rPr lang="ja-JP" altLang="en-US" b="1" dirty="0" smtClean="0"/>
              <a:t>す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Suki</a:t>
            </a:r>
            <a:r>
              <a:rPr lang="en-IN" altLang="ja-JP" b="1" dirty="0" smtClean="0"/>
              <a:t> desu)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en-IN" b="1" dirty="0"/>
              <a:t>Like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す</a:t>
            </a:r>
            <a:r>
              <a:rPr lang="ja-JP" altLang="en-US" b="1" dirty="0" smtClean="0"/>
              <a:t>き じ</a:t>
            </a:r>
            <a:r>
              <a:rPr lang="ja-JP" altLang="en-US" b="1" dirty="0"/>
              <a:t>ゃな</a:t>
            </a:r>
            <a:r>
              <a:rPr lang="ja-JP" altLang="en-US" b="1" dirty="0" smtClean="0"/>
              <a:t>いです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Suki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Janaidesu</a:t>
            </a:r>
            <a:r>
              <a:rPr lang="en-IN" altLang="ja-JP" b="1" dirty="0" smtClean="0"/>
              <a:t>)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en-IN" b="1" dirty="0"/>
              <a:t>Dislike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やさ</a:t>
            </a:r>
            <a:r>
              <a:rPr lang="ja-JP" altLang="en-US" b="1" dirty="0" smtClean="0"/>
              <a:t>い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Yasai</a:t>
            </a:r>
            <a:r>
              <a:rPr lang="en-IN" altLang="ja-JP" b="1" dirty="0" smtClean="0"/>
              <a:t>)</a:t>
            </a:r>
            <a:r>
              <a:rPr lang="en-US" altLang="ja-JP" b="1" dirty="0" smtClean="0"/>
              <a:t>―</a:t>
            </a:r>
            <a:r>
              <a:rPr lang="en-IN" b="1" dirty="0" smtClean="0"/>
              <a:t>Vegetable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29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7508"/>
          </a:xfrm>
        </p:spPr>
        <p:txBody>
          <a:bodyPr/>
          <a:lstStyle/>
          <a:p>
            <a:r>
              <a:rPr lang="en-US" dirty="0" err="1" smtClean="0"/>
              <a:t>Sukina</a:t>
            </a:r>
            <a:r>
              <a:rPr lang="en-US" dirty="0" smtClean="0"/>
              <a:t> </a:t>
            </a:r>
            <a:r>
              <a:rPr lang="en-US" dirty="0" err="1" smtClean="0"/>
              <a:t>tabemono</a:t>
            </a:r>
            <a:r>
              <a:rPr lang="en-US" dirty="0" smtClean="0"/>
              <a:t> -</a:t>
            </a:r>
            <a:r>
              <a:rPr lang="ja-JP" altLang="en-US" dirty="0" smtClean="0"/>
              <a:t>すきな　たべもの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7108"/>
            <a:ext cx="8596668" cy="4664255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ja-JP" altLang="en-US" b="1" dirty="0"/>
              <a:t>ジ</a:t>
            </a:r>
            <a:r>
              <a:rPr lang="ja-JP" altLang="en-US" b="1" dirty="0" smtClean="0"/>
              <a:t>ュース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en-IN" b="1" dirty="0"/>
              <a:t>Juice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 smtClean="0"/>
              <a:t>ビ</a:t>
            </a:r>
            <a:r>
              <a:rPr lang="ja-JP" altLang="en-US" b="1" dirty="0"/>
              <a:t>ー</a:t>
            </a:r>
            <a:r>
              <a:rPr lang="ja-JP" altLang="en-US" b="1" dirty="0" smtClean="0"/>
              <a:t>ル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en-IN" b="1" dirty="0"/>
              <a:t>Beer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こうち</a:t>
            </a:r>
            <a:r>
              <a:rPr lang="ja-JP" altLang="en-US" b="1" dirty="0" smtClean="0"/>
              <a:t>ゃ</a:t>
            </a:r>
            <a:r>
              <a:rPr lang="en-IN" altLang="ja-JP" b="1" dirty="0" smtClean="0"/>
              <a:t> (</a:t>
            </a:r>
            <a:r>
              <a:rPr lang="en-IN" altLang="ja-JP" b="1" dirty="0" err="1" smtClean="0"/>
              <a:t>koucha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ー</a:t>
            </a:r>
            <a:r>
              <a:rPr lang="ja-JP" altLang="en-US" b="1" dirty="0"/>
              <a:t>　</a:t>
            </a:r>
            <a:r>
              <a:rPr lang="en-IN" b="1" dirty="0"/>
              <a:t>Black tea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おち</a:t>
            </a:r>
            <a:r>
              <a:rPr lang="ja-JP" altLang="en-US" b="1" dirty="0" smtClean="0"/>
              <a:t>ゃ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Ocha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－</a:t>
            </a:r>
            <a:r>
              <a:rPr lang="ja-JP" altLang="en-US" b="1" dirty="0"/>
              <a:t>　</a:t>
            </a:r>
            <a:r>
              <a:rPr lang="en-IN" b="1" dirty="0"/>
              <a:t>Green tea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よ</a:t>
            </a:r>
            <a:r>
              <a:rPr lang="ja-JP" altLang="en-US" b="1" dirty="0" smtClean="0"/>
              <a:t>く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Yoku</a:t>
            </a:r>
            <a:r>
              <a:rPr lang="en-IN" altLang="ja-JP" b="1" dirty="0" smtClean="0"/>
              <a:t>)</a:t>
            </a:r>
            <a:r>
              <a:rPr lang="en-US" b="1" dirty="0" smtClean="0"/>
              <a:t> </a:t>
            </a:r>
            <a:r>
              <a:rPr lang="en-US" b="1" dirty="0"/>
              <a:t>- Often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あま</a:t>
            </a:r>
            <a:r>
              <a:rPr lang="ja-JP" altLang="en-US" b="1" dirty="0" smtClean="0"/>
              <a:t>り</a:t>
            </a:r>
            <a:r>
              <a:rPr lang="en-IN" altLang="ja-JP" b="1" dirty="0" smtClean="0"/>
              <a:t>(Amari)</a:t>
            </a:r>
            <a:r>
              <a:rPr lang="ja-JP" altLang="en-US" b="1" dirty="0"/>
              <a:t>　</a:t>
            </a:r>
            <a:r>
              <a:rPr lang="en-US" b="1" dirty="0"/>
              <a:t>– Not much</a:t>
            </a:r>
            <a:r>
              <a:rPr lang="ja-JP" altLang="en-US" b="1" dirty="0"/>
              <a:t>　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あさごは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Asa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gohan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 </a:t>
            </a:r>
            <a:r>
              <a:rPr lang="en-US" b="1" dirty="0"/>
              <a:t>- Breakfast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ひるごはん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Hiru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gohan</a:t>
            </a:r>
            <a:r>
              <a:rPr lang="en-IN" altLang="ja-JP" b="1" dirty="0" smtClean="0"/>
              <a:t>)</a:t>
            </a:r>
            <a:r>
              <a:rPr lang="en-US" b="1" dirty="0" smtClean="0"/>
              <a:t>-Lunch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ばんごは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(Ban </a:t>
            </a:r>
            <a:r>
              <a:rPr lang="en-IN" altLang="ja-JP" b="1" dirty="0" err="1" smtClean="0"/>
              <a:t>gohan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 </a:t>
            </a:r>
            <a:r>
              <a:rPr lang="en-US" b="1" dirty="0"/>
              <a:t>- Dinner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たべます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Tabemasu</a:t>
            </a:r>
            <a:r>
              <a:rPr lang="en-IN" altLang="ja-JP" b="1" dirty="0" smtClean="0"/>
              <a:t>)</a:t>
            </a:r>
            <a:r>
              <a:rPr lang="en-US" b="1" dirty="0" smtClean="0"/>
              <a:t>–To </a:t>
            </a:r>
            <a:r>
              <a:rPr lang="en-US" b="1" dirty="0"/>
              <a:t>Eat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のみます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Nomimasu</a:t>
            </a:r>
            <a:r>
              <a:rPr lang="en-IN" altLang="ja-JP" b="1" dirty="0" smtClean="0"/>
              <a:t>)</a:t>
            </a:r>
            <a:r>
              <a:rPr lang="en-US" b="1" dirty="0" smtClean="0"/>
              <a:t>– </a:t>
            </a:r>
            <a:r>
              <a:rPr lang="en-US" b="1" dirty="0"/>
              <a:t>To Drink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たべませ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Tabemasen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 </a:t>
            </a:r>
            <a:r>
              <a:rPr lang="en-US" b="1" dirty="0"/>
              <a:t>– </a:t>
            </a:r>
            <a:r>
              <a:rPr lang="en-US" b="1" dirty="0" err="1"/>
              <a:t>Dont</a:t>
            </a:r>
            <a:r>
              <a:rPr lang="en-US" b="1" dirty="0"/>
              <a:t> eat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のみませ</a:t>
            </a:r>
            <a:r>
              <a:rPr lang="ja-JP" altLang="en-US" b="1" dirty="0" smtClean="0"/>
              <a:t>ん 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Nomimasen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 </a:t>
            </a:r>
            <a:r>
              <a:rPr lang="en-US" b="1" dirty="0"/>
              <a:t>–Don’t Drink</a:t>
            </a:r>
            <a:endParaRPr lang="en-IN" dirty="0"/>
          </a:p>
          <a:p>
            <a:pPr marL="0" lvl="0" indent="0">
              <a:buNone/>
            </a:pPr>
            <a:r>
              <a:rPr lang="ja-JP" altLang="en-US" b="1" dirty="0"/>
              <a:t>いつ</a:t>
            </a:r>
            <a:r>
              <a:rPr lang="ja-JP" altLang="en-US" b="1" dirty="0" smtClean="0"/>
              <a:t>も</a:t>
            </a:r>
            <a:r>
              <a:rPr lang="en-IN" altLang="ja-JP" b="1" dirty="0" smtClean="0"/>
              <a:t>(</a:t>
            </a:r>
            <a:r>
              <a:rPr lang="en-IN" altLang="ja-JP" b="1" dirty="0" err="1" smtClean="0"/>
              <a:t>Itsumo</a:t>
            </a:r>
            <a:r>
              <a:rPr lang="en-IN" altLang="ja-JP" b="1" dirty="0" smtClean="0"/>
              <a:t>)</a:t>
            </a:r>
            <a:r>
              <a:rPr lang="ja-JP" altLang="en-US" b="1" dirty="0" smtClean="0"/>
              <a:t> </a:t>
            </a:r>
            <a:r>
              <a:rPr lang="en-US" b="1" dirty="0"/>
              <a:t>– Always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50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7508"/>
          </a:xfrm>
        </p:spPr>
        <p:txBody>
          <a:bodyPr/>
          <a:lstStyle/>
          <a:p>
            <a:r>
              <a:rPr lang="en-US" dirty="0" err="1" smtClean="0"/>
              <a:t>Sukina</a:t>
            </a:r>
            <a:r>
              <a:rPr lang="en-US" dirty="0" smtClean="0"/>
              <a:t> </a:t>
            </a:r>
            <a:r>
              <a:rPr lang="en-US" dirty="0" err="1" smtClean="0"/>
              <a:t>tabemono</a:t>
            </a:r>
            <a:r>
              <a:rPr lang="en-US" dirty="0" smtClean="0"/>
              <a:t> -</a:t>
            </a:r>
            <a:r>
              <a:rPr lang="ja-JP" altLang="en-US" dirty="0" smtClean="0"/>
              <a:t>すきな　たべもの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7108"/>
            <a:ext cx="8596668" cy="4664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ja-JP" b="1" u="sng" dirty="0" smtClean="0"/>
              <a:t>2. </a:t>
            </a:r>
            <a:r>
              <a:rPr lang="ja-JP" altLang="en-US" b="1" u="sng" dirty="0" smtClean="0"/>
              <a:t>ぶ</a:t>
            </a:r>
            <a:r>
              <a:rPr lang="ja-JP" altLang="en-US" b="1" u="sng" dirty="0"/>
              <a:t>ん</a:t>
            </a:r>
            <a:r>
              <a:rPr lang="ja-JP" altLang="en-US" b="1" u="sng" dirty="0" smtClean="0"/>
              <a:t>ぽ</a:t>
            </a:r>
            <a:r>
              <a:rPr lang="ja-JP" altLang="en-US" b="1" u="sng" dirty="0"/>
              <a:t>う　</a:t>
            </a:r>
            <a:endParaRPr lang="en-IN" dirty="0"/>
          </a:p>
          <a:p>
            <a:pPr marL="0" lvl="0" indent="0">
              <a:buNone/>
            </a:pPr>
            <a:r>
              <a:rPr lang="en-IN" altLang="ja-JP" b="1" dirty="0" smtClean="0"/>
              <a:t>A. </a:t>
            </a:r>
            <a:r>
              <a:rPr lang="ja-JP" altLang="en-US" b="1" dirty="0" smtClean="0"/>
              <a:t>をー</a:t>
            </a:r>
            <a:r>
              <a:rPr lang="en-IN" altLang="ja-JP" b="1" dirty="0" smtClean="0"/>
              <a:t>object marker . </a:t>
            </a:r>
            <a:r>
              <a:rPr lang="en-IN" b="1" dirty="0" smtClean="0"/>
              <a:t>Always </a:t>
            </a:r>
            <a:r>
              <a:rPr lang="en-IN" b="1" dirty="0"/>
              <a:t>comes before </a:t>
            </a:r>
            <a:r>
              <a:rPr lang="en-IN" b="1" dirty="0" err="1"/>
              <a:t>Tabemasu</a:t>
            </a:r>
            <a:r>
              <a:rPr lang="en-IN" b="1" dirty="0"/>
              <a:t>/</a:t>
            </a:r>
            <a:r>
              <a:rPr lang="en-IN" b="1" dirty="0" err="1"/>
              <a:t>Nomimasu</a:t>
            </a:r>
            <a:endParaRPr lang="en-IN" dirty="0"/>
          </a:p>
          <a:p>
            <a:pPr marL="0" indent="0">
              <a:buNone/>
            </a:pPr>
            <a:r>
              <a:rPr lang="ja-JP" altLang="en-US" b="1" dirty="0"/>
              <a:t>（</a:t>
            </a:r>
            <a:r>
              <a:rPr lang="en-IN" b="1" dirty="0" err="1"/>
              <a:t>Eg</a:t>
            </a:r>
            <a:r>
              <a:rPr lang="ja-JP" altLang="en-US" b="1" dirty="0"/>
              <a:t>）</a:t>
            </a:r>
            <a:r>
              <a:rPr lang="ja-JP" altLang="en-US" b="1" dirty="0" smtClean="0"/>
              <a:t>コ</a:t>
            </a:r>
            <a:r>
              <a:rPr lang="ja-JP" altLang="en-US" b="1" dirty="0"/>
              <a:t>ー</a:t>
            </a:r>
            <a:r>
              <a:rPr lang="ja-JP" altLang="en-US" b="1" dirty="0" smtClean="0"/>
              <a:t>ヒ</a:t>
            </a:r>
            <a:r>
              <a:rPr lang="ja-JP" altLang="en-US" b="1" dirty="0"/>
              <a:t>ー　</a:t>
            </a:r>
            <a:r>
              <a:rPr lang="ja-JP" altLang="en-US" b="1" dirty="0">
                <a:solidFill>
                  <a:srgbClr val="FF0000"/>
                </a:solidFill>
              </a:rPr>
              <a:t>を</a:t>
            </a:r>
            <a:r>
              <a:rPr lang="en-IN" b="1" dirty="0"/>
              <a:t>	</a:t>
            </a:r>
            <a:r>
              <a:rPr lang="ja-JP" altLang="en-US" b="1" dirty="0"/>
              <a:t>のみます</a:t>
            </a:r>
            <a:r>
              <a:rPr lang="ja-JP" altLang="en-US" b="1" dirty="0" smtClean="0"/>
              <a:t>。</a:t>
            </a:r>
            <a:r>
              <a:rPr lang="en-IN" altLang="ja-JP" b="1" dirty="0" err="1" smtClean="0"/>
              <a:t>Koohii</a:t>
            </a:r>
            <a:r>
              <a:rPr lang="en-IN" altLang="ja-JP" b="1" dirty="0" smtClean="0"/>
              <a:t> o </a:t>
            </a:r>
            <a:r>
              <a:rPr lang="en-IN" altLang="ja-JP" b="1" dirty="0" err="1" smtClean="0"/>
              <a:t>nomimasu</a:t>
            </a:r>
            <a:endParaRPr lang="en-IN" dirty="0"/>
          </a:p>
          <a:p>
            <a:pPr marL="0" indent="0">
              <a:buNone/>
            </a:pPr>
            <a:r>
              <a:rPr lang="en-IN" altLang="ja-JP" b="1" dirty="0" smtClean="0"/>
              <a:t>B. </a:t>
            </a:r>
            <a:r>
              <a:rPr lang="ja-JP" altLang="en-US" b="1" dirty="0" smtClean="0"/>
              <a:t>も</a:t>
            </a:r>
            <a:r>
              <a:rPr lang="ja-JP" altLang="en-US" b="1" dirty="0"/>
              <a:t>　</a:t>
            </a:r>
            <a:r>
              <a:rPr lang="en-US" altLang="ja-JP" b="1" dirty="0"/>
              <a:t>―</a:t>
            </a:r>
            <a:r>
              <a:rPr lang="en-IN" b="1" dirty="0"/>
              <a:t>Also	</a:t>
            </a:r>
            <a:endParaRPr lang="en-IN" dirty="0"/>
          </a:p>
          <a:p>
            <a:pPr marL="0" indent="0">
              <a:buNone/>
            </a:pPr>
            <a:r>
              <a:rPr lang="en-IN" b="1" dirty="0" smtClean="0"/>
              <a:t>(</a:t>
            </a:r>
            <a:r>
              <a:rPr lang="en-IN" b="1" dirty="0" err="1" smtClean="0"/>
              <a:t>Eg</a:t>
            </a:r>
            <a:r>
              <a:rPr lang="ja-JP" altLang="en-US" b="1" dirty="0"/>
              <a:t>）にく　と　さかな</a:t>
            </a:r>
            <a:r>
              <a:rPr lang="ja-JP" altLang="en-US" b="1" dirty="0">
                <a:solidFill>
                  <a:srgbClr val="FF0000"/>
                </a:solidFill>
              </a:rPr>
              <a:t>も</a:t>
            </a:r>
            <a:r>
              <a:rPr lang="ja-JP" altLang="en-US" b="1" dirty="0"/>
              <a:t>　たべます</a:t>
            </a:r>
            <a:r>
              <a:rPr lang="ja-JP" altLang="en-US" b="1" dirty="0" smtClean="0"/>
              <a:t>。 </a:t>
            </a:r>
            <a:r>
              <a:rPr lang="en-IN" altLang="ja-JP" b="1" dirty="0" err="1" smtClean="0"/>
              <a:t>Niku</a:t>
            </a:r>
            <a:r>
              <a:rPr lang="en-IN" altLang="ja-JP" b="1" dirty="0" smtClean="0"/>
              <a:t> to </a:t>
            </a:r>
            <a:r>
              <a:rPr lang="en-IN" altLang="ja-JP" b="1" dirty="0" err="1" smtClean="0"/>
              <a:t>sakanamo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tabemasu</a:t>
            </a:r>
            <a:endParaRPr lang="en-IN" dirty="0"/>
          </a:p>
          <a:p>
            <a:pPr marL="0" indent="0">
              <a:buNone/>
            </a:pPr>
            <a:r>
              <a:rPr lang="en-IN" altLang="ja-JP" b="1" dirty="0" smtClean="0"/>
              <a:t>C. </a:t>
            </a:r>
            <a:r>
              <a:rPr lang="ja-JP" altLang="en-US" b="1" dirty="0" smtClean="0"/>
              <a:t>あ</a:t>
            </a:r>
            <a:r>
              <a:rPr lang="ja-JP" altLang="en-US" b="1" dirty="0"/>
              <a:t>まりー</a:t>
            </a:r>
            <a:r>
              <a:rPr lang="en-IN" b="1" dirty="0"/>
              <a:t>Always comes with Negative sentence</a:t>
            </a:r>
            <a:endParaRPr lang="en-IN" dirty="0"/>
          </a:p>
          <a:p>
            <a:pPr marL="0" indent="0">
              <a:buNone/>
            </a:pPr>
            <a:r>
              <a:rPr lang="en-IN" b="1" dirty="0" err="1" smtClean="0"/>
              <a:t>Eg</a:t>
            </a:r>
            <a:r>
              <a:rPr lang="ja-JP" altLang="en-US" b="1" dirty="0"/>
              <a:t>）ジ</a:t>
            </a:r>
            <a:r>
              <a:rPr lang="ja-JP" altLang="en-US" b="1" dirty="0" smtClean="0"/>
              <a:t>ュ</a:t>
            </a:r>
            <a:r>
              <a:rPr lang="ja-JP" altLang="en-US" b="1" dirty="0"/>
              <a:t>ー</a:t>
            </a:r>
            <a:r>
              <a:rPr lang="ja-JP" altLang="en-US" b="1" dirty="0" smtClean="0"/>
              <a:t>ス</a:t>
            </a:r>
            <a:r>
              <a:rPr lang="ja-JP" altLang="en-US" b="1" dirty="0"/>
              <a:t>は　</a:t>
            </a:r>
            <a:r>
              <a:rPr lang="ja-JP" altLang="en-US" b="1" dirty="0">
                <a:solidFill>
                  <a:srgbClr val="FF0000"/>
                </a:solidFill>
              </a:rPr>
              <a:t>あまり</a:t>
            </a:r>
            <a:r>
              <a:rPr lang="ja-JP" altLang="en-US" b="1" dirty="0"/>
              <a:t>　すきじゃな</a:t>
            </a:r>
            <a:r>
              <a:rPr lang="ja-JP" altLang="en-US" b="1" dirty="0" smtClean="0"/>
              <a:t>い</a:t>
            </a:r>
            <a:r>
              <a:rPr lang="en-IN" altLang="ja-JP" b="1" dirty="0" smtClean="0"/>
              <a:t>. </a:t>
            </a:r>
            <a:r>
              <a:rPr lang="en-IN" altLang="ja-JP" b="1" dirty="0" err="1" smtClean="0"/>
              <a:t>Jyuusuwa</a:t>
            </a:r>
            <a:r>
              <a:rPr lang="en-IN" altLang="ja-JP" b="1" dirty="0" smtClean="0"/>
              <a:t> Amari </a:t>
            </a:r>
            <a:r>
              <a:rPr lang="en-IN" altLang="ja-JP" b="1" dirty="0" err="1" smtClean="0"/>
              <a:t>sukijanai</a:t>
            </a:r>
            <a:endParaRPr lang="en-IN" dirty="0"/>
          </a:p>
          <a:p>
            <a:pPr marL="0" indent="0">
              <a:buNone/>
            </a:pPr>
            <a:r>
              <a:rPr lang="en-IN" altLang="ja-JP" b="1" dirty="0" smtClean="0"/>
              <a:t>D.</a:t>
            </a:r>
            <a:r>
              <a:rPr lang="ja-JP" altLang="en-US" b="1" dirty="0" smtClean="0"/>
              <a:t>よ</a:t>
            </a:r>
            <a:r>
              <a:rPr lang="ja-JP" altLang="en-US" b="1" dirty="0"/>
              <a:t>く　</a:t>
            </a:r>
            <a:r>
              <a:rPr lang="en-US" altLang="ja-JP" b="1" dirty="0"/>
              <a:t>―</a:t>
            </a:r>
            <a:r>
              <a:rPr lang="en-IN" b="1" dirty="0"/>
              <a:t>Always comes with Positive sentence</a:t>
            </a:r>
            <a:endParaRPr lang="en-IN" dirty="0"/>
          </a:p>
          <a:p>
            <a:pPr marL="0" indent="0">
              <a:buNone/>
            </a:pPr>
            <a:r>
              <a:rPr lang="en-IN" b="1" dirty="0" smtClean="0"/>
              <a:t>(</a:t>
            </a:r>
            <a:r>
              <a:rPr lang="en-IN" b="1" dirty="0" err="1"/>
              <a:t>Eg</a:t>
            </a:r>
            <a:r>
              <a:rPr lang="en-IN" b="1" dirty="0"/>
              <a:t>) </a:t>
            </a:r>
            <a:r>
              <a:rPr lang="ja-JP" altLang="en-US" b="1" dirty="0"/>
              <a:t>さかなは　</a:t>
            </a:r>
            <a:r>
              <a:rPr lang="ja-JP" altLang="en-US" b="1" dirty="0">
                <a:solidFill>
                  <a:srgbClr val="FF0000"/>
                </a:solidFill>
              </a:rPr>
              <a:t>よく</a:t>
            </a:r>
            <a:r>
              <a:rPr lang="ja-JP" altLang="en-US" b="1" dirty="0"/>
              <a:t>　たべます</a:t>
            </a:r>
            <a:r>
              <a:rPr lang="ja-JP" altLang="en-US" b="1" dirty="0" smtClean="0"/>
              <a:t>。</a:t>
            </a:r>
            <a:r>
              <a:rPr lang="en-IN" altLang="ja-JP" b="1" dirty="0" err="1" smtClean="0"/>
              <a:t>Sakanawa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yoku</a:t>
            </a:r>
            <a:r>
              <a:rPr lang="en-IN" altLang="ja-JP" b="1" dirty="0" smtClean="0"/>
              <a:t> </a:t>
            </a:r>
            <a:r>
              <a:rPr lang="en-IN" altLang="ja-JP" b="1" dirty="0" err="1" smtClean="0"/>
              <a:t>tabemasu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89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46043"/>
            <a:ext cx="8596668" cy="767508"/>
          </a:xfrm>
        </p:spPr>
        <p:txBody>
          <a:bodyPr/>
          <a:lstStyle/>
          <a:p>
            <a:r>
              <a:rPr lang="en-US" dirty="0" err="1" smtClean="0"/>
              <a:t>Sukina</a:t>
            </a:r>
            <a:r>
              <a:rPr lang="en-US" dirty="0" smtClean="0"/>
              <a:t> </a:t>
            </a:r>
            <a:r>
              <a:rPr lang="en-US" dirty="0" err="1" smtClean="0"/>
              <a:t>tabemono</a:t>
            </a:r>
            <a:r>
              <a:rPr lang="en-US" dirty="0" smtClean="0"/>
              <a:t> -</a:t>
            </a:r>
            <a:r>
              <a:rPr lang="ja-JP" altLang="en-US" dirty="0" smtClean="0"/>
              <a:t>すきな　たべもの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13552"/>
            <a:ext cx="8596668" cy="50278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altLang="ja-JP" b="1" u="sng" dirty="0" smtClean="0"/>
              <a:t>3.Talking about Family’s Breakfast</a:t>
            </a:r>
            <a:r>
              <a:rPr lang="ja-JP" altLang="en-US" b="1" u="sng" dirty="0"/>
              <a:t>　</a:t>
            </a:r>
            <a:r>
              <a:rPr lang="en-IN" altLang="ja-JP" b="1" u="sng" dirty="0" smtClean="0"/>
              <a:t>-</a:t>
            </a:r>
            <a:r>
              <a:rPr lang="ja-JP" altLang="en-US" b="1" u="sng" dirty="0"/>
              <a:t>かぞくの　あさごは</a:t>
            </a:r>
            <a:r>
              <a:rPr lang="ja-JP" altLang="en-US" b="1" u="sng" dirty="0" smtClean="0"/>
              <a:t>ん</a:t>
            </a:r>
            <a:endParaRPr lang="en-IN" altLang="ja-JP" b="1" u="sng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ja-JP" altLang="en-US" dirty="0" smtClean="0"/>
              <a:t>ち</a:t>
            </a:r>
            <a:r>
              <a:rPr lang="ja-JP" altLang="en-US" dirty="0"/>
              <a:t>ちは　ごはんと　みそしるが　すきです</a:t>
            </a:r>
            <a:r>
              <a:rPr lang="ja-JP" altLang="en-US" dirty="0" smtClean="0"/>
              <a:t>。</a:t>
            </a:r>
            <a:r>
              <a:rPr lang="en-IN" altLang="ja-JP" dirty="0" err="1" smtClean="0"/>
              <a:t>C</a:t>
            </a:r>
            <a:r>
              <a:rPr lang="en-IN" dirty="0" err="1" smtClean="0"/>
              <a:t>hichiwa</a:t>
            </a:r>
            <a:r>
              <a:rPr lang="en-IN" dirty="0" smtClean="0"/>
              <a:t> </a:t>
            </a:r>
            <a:r>
              <a:rPr lang="en-IN" dirty="0" err="1"/>
              <a:t>gohan</a:t>
            </a:r>
            <a:r>
              <a:rPr lang="en-IN" dirty="0"/>
              <a:t> to </a:t>
            </a:r>
            <a:r>
              <a:rPr lang="en-IN" dirty="0" err="1"/>
              <a:t>misoshiruga</a:t>
            </a:r>
            <a:r>
              <a:rPr lang="en-IN" dirty="0"/>
              <a:t> </a:t>
            </a:r>
            <a:r>
              <a:rPr lang="en-IN" dirty="0" err="1"/>
              <a:t>suki</a:t>
            </a:r>
            <a:r>
              <a:rPr lang="en-IN" dirty="0"/>
              <a:t> desu.</a:t>
            </a:r>
          </a:p>
          <a:p>
            <a:pPr marL="0" indent="0">
              <a:buNone/>
            </a:pPr>
            <a:r>
              <a:rPr lang="ja-JP" altLang="en-US" dirty="0"/>
              <a:t>やさいも　たべます</a:t>
            </a:r>
            <a:r>
              <a:rPr lang="ja-JP" altLang="en-US" dirty="0" smtClean="0"/>
              <a:t>。</a:t>
            </a:r>
            <a:r>
              <a:rPr lang="en-IN" altLang="ja-JP" dirty="0" err="1" smtClean="0"/>
              <a:t>Y</a:t>
            </a:r>
            <a:r>
              <a:rPr lang="en-IN" dirty="0" err="1" smtClean="0"/>
              <a:t>asaimo</a:t>
            </a:r>
            <a:r>
              <a:rPr lang="en-IN" dirty="0" smtClean="0"/>
              <a:t> </a:t>
            </a:r>
            <a:r>
              <a:rPr lang="en-IN" dirty="0" err="1"/>
              <a:t>tabemasu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ja-JP" altLang="en-US" dirty="0" smtClean="0"/>
              <a:t>パンは</a:t>
            </a:r>
            <a:r>
              <a:rPr lang="ja-JP" altLang="en-US" dirty="0"/>
              <a:t>　あまり　すきじゃない　です</a:t>
            </a:r>
            <a:r>
              <a:rPr lang="ja-JP" altLang="en-US" dirty="0" smtClean="0"/>
              <a:t>。</a:t>
            </a:r>
            <a:r>
              <a:rPr lang="en-IN" altLang="ja-JP" dirty="0" err="1" smtClean="0"/>
              <a:t>P</a:t>
            </a:r>
            <a:r>
              <a:rPr lang="en-IN" dirty="0" err="1" smtClean="0"/>
              <a:t>anwa</a:t>
            </a:r>
            <a:r>
              <a:rPr lang="en-IN" dirty="0" smtClean="0"/>
              <a:t> </a:t>
            </a:r>
            <a:r>
              <a:rPr lang="en-IN" dirty="0"/>
              <a:t>Amari </a:t>
            </a:r>
            <a:r>
              <a:rPr lang="en-IN" dirty="0" err="1"/>
              <a:t>sukijanai</a:t>
            </a:r>
            <a:r>
              <a:rPr lang="en-IN" dirty="0"/>
              <a:t> desu.</a:t>
            </a:r>
          </a:p>
          <a:p>
            <a:pPr marL="0" indent="0">
              <a:buNone/>
            </a:pPr>
            <a:r>
              <a:rPr lang="ja-JP" altLang="en-US" dirty="0"/>
              <a:t>ははも　ごはんと　みそしるが　すきです</a:t>
            </a:r>
            <a:r>
              <a:rPr lang="ja-JP" altLang="en-US" dirty="0" smtClean="0"/>
              <a:t>。</a:t>
            </a:r>
            <a:r>
              <a:rPr lang="en-IN" dirty="0" err="1" smtClean="0"/>
              <a:t>Gohan</a:t>
            </a:r>
            <a:r>
              <a:rPr lang="en-IN" dirty="0" smtClean="0"/>
              <a:t> </a:t>
            </a:r>
            <a:r>
              <a:rPr lang="en-IN" dirty="0"/>
              <a:t>to </a:t>
            </a:r>
            <a:r>
              <a:rPr lang="en-IN" dirty="0" err="1"/>
              <a:t>misoshiruga</a:t>
            </a:r>
            <a:r>
              <a:rPr lang="en-IN" dirty="0"/>
              <a:t> </a:t>
            </a:r>
            <a:r>
              <a:rPr lang="en-IN" dirty="0" err="1"/>
              <a:t>suki</a:t>
            </a:r>
            <a:r>
              <a:rPr lang="en-IN" dirty="0"/>
              <a:t> desu.</a:t>
            </a:r>
          </a:p>
          <a:p>
            <a:pPr marL="0" indent="0">
              <a:buNone/>
            </a:pPr>
            <a:r>
              <a:rPr lang="ja-JP" altLang="en-US" dirty="0" smtClean="0"/>
              <a:t>パンも</a:t>
            </a:r>
            <a:r>
              <a:rPr lang="ja-JP" altLang="en-US" dirty="0"/>
              <a:t>　よく　たべます</a:t>
            </a:r>
            <a:r>
              <a:rPr lang="ja-JP" altLang="en-US" dirty="0" smtClean="0"/>
              <a:t>。</a:t>
            </a:r>
            <a:r>
              <a:rPr lang="en-IN" dirty="0" smtClean="0"/>
              <a:t>Pan </a:t>
            </a:r>
            <a:r>
              <a:rPr lang="en-IN" dirty="0" err="1"/>
              <a:t>mo</a:t>
            </a:r>
            <a:r>
              <a:rPr lang="en-IN" dirty="0"/>
              <a:t> </a:t>
            </a:r>
            <a:r>
              <a:rPr lang="en-IN" dirty="0" err="1"/>
              <a:t>yoku</a:t>
            </a:r>
            <a:r>
              <a:rPr lang="en-IN" dirty="0"/>
              <a:t> </a:t>
            </a:r>
            <a:r>
              <a:rPr lang="en-IN" dirty="0" err="1"/>
              <a:t>tabemasu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ja-JP" altLang="en-US" dirty="0"/>
              <a:t>ははは　たまごは　あまり　たべません</a:t>
            </a:r>
            <a:r>
              <a:rPr lang="ja-JP" altLang="en-US" dirty="0" smtClean="0"/>
              <a:t>。</a:t>
            </a:r>
            <a:r>
              <a:rPr lang="en-IN" dirty="0" smtClean="0"/>
              <a:t> </a:t>
            </a:r>
            <a:r>
              <a:rPr lang="en-IN" dirty="0" err="1"/>
              <a:t>Hahawa</a:t>
            </a:r>
            <a:r>
              <a:rPr lang="en-IN" dirty="0"/>
              <a:t> </a:t>
            </a:r>
            <a:r>
              <a:rPr lang="en-IN" dirty="0" err="1"/>
              <a:t>tamagowa</a:t>
            </a:r>
            <a:r>
              <a:rPr lang="en-IN" dirty="0"/>
              <a:t> Amari </a:t>
            </a:r>
            <a:r>
              <a:rPr lang="en-IN" dirty="0" err="1"/>
              <a:t>tabemasen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ja-JP" altLang="en-US" dirty="0"/>
              <a:t>さかな　を　よく　たべます。 </a:t>
            </a:r>
            <a:r>
              <a:rPr lang="en-IN" altLang="ja-JP" smtClean="0"/>
              <a:t>Sa</a:t>
            </a:r>
            <a:r>
              <a:rPr lang="en-IN" smtClean="0"/>
              <a:t>kana</a:t>
            </a:r>
            <a:r>
              <a:rPr lang="en-IN" dirty="0" smtClean="0"/>
              <a:t> </a:t>
            </a:r>
            <a:r>
              <a:rPr lang="en-IN" dirty="0"/>
              <a:t>o </a:t>
            </a:r>
            <a:r>
              <a:rPr lang="en-IN" dirty="0" err="1"/>
              <a:t>yoku</a:t>
            </a:r>
            <a:r>
              <a:rPr lang="en-IN" dirty="0"/>
              <a:t> </a:t>
            </a:r>
            <a:r>
              <a:rPr lang="en-IN" dirty="0" err="1"/>
              <a:t>tabemasu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ja-JP" altLang="en-US" dirty="0"/>
              <a:t>わたしは　いつも　ごはんと　にくを　たべます。</a:t>
            </a:r>
            <a:r>
              <a:rPr lang="en-IN" dirty="0" err="1"/>
              <a:t>Watashiwa</a:t>
            </a:r>
            <a:r>
              <a:rPr lang="en-IN" dirty="0"/>
              <a:t> </a:t>
            </a:r>
            <a:r>
              <a:rPr lang="en-IN" dirty="0" err="1"/>
              <a:t>itsumo</a:t>
            </a:r>
            <a:r>
              <a:rPr lang="en-IN" dirty="0"/>
              <a:t> </a:t>
            </a:r>
            <a:r>
              <a:rPr lang="en-IN" dirty="0" err="1"/>
              <a:t>gohan</a:t>
            </a:r>
            <a:r>
              <a:rPr lang="en-IN" dirty="0"/>
              <a:t> to </a:t>
            </a:r>
            <a:r>
              <a:rPr lang="en-IN" dirty="0" err="1"/>
              <a:t>niku</a:t>
            </a:r>
            <a:r>
              <a:rPr lang="en-IN" dirty="0"/>
              <a:t> o </a:t>
            </a:r>
            <a:r>
              <a:rPr lang="en-IN" dirty="0" err="1"/>
              <a:t>tabemasu</a:t>
            </a:r>
            <a:endParaRPr lang="en-IN" dirty="0"/>
          </a:p>
          <a:p>
            <a:pPr marL="0" indent="0">
              <a:buNone/>
            </a:pPr>
            <a:r>
              <a:rPr lang="ja-JP" altLang="en-US" dirty="0"/>
              <a:t>さかなも　すき　です</a:t>
            </a:r>
            <a:r>
              <a:rPr lang="ja-JP" altLang="en-US" dirty="0" smtClean="0"/>
              <a:t>。</a:t>
            </a:r>
            <a:r>
              <a:rPr lang="en-IN" dirty="0" err="1" smtClean="0"/>
              <a:t>Sakanamo</a:t>
            </a:r>
            <a:r>
              <a:rPr lang="en-IN" dirty="0" smtClean="0"/>
              <a:t> </a:t>
            </a:r>
            <a:r>
              <a:rPr lang="en-IN" dirty="0" err="1"/>
              <a:t>suki</a:t>
            </a:r>
            <a:r>
              <a:rPr lang="en-IN" dirty="0"/>
              <a:t> desu.</a:t>
            </a:r>
          </a:p>
          <a:p>
            <a:pPr marL="0" indent="0">
              <a:buNone/>
            </a:pPr>
            <a:r>
              <a:rPr lang="ja-JP" altLang="en-US" dirty="0" smtClean="0"/>
              <a:t>パンは</a:t>
            </a:r>
            <a:r>
              <a:rPr lang="ja-JP" altLang="en-US" dirty="0"/>
              <a:t>　あまり　たべません。 </a:t>
            </a:r>
            <a:r>
              <a:rPr lang="en-IN" dirty="0" err="1" smtClean="0"/>
              <a:t>Panwa</a:t>
            </a:r>
            <a:r>
              <a:rPr lang="en-IN" dirty="0" smtClean="0"/>
              <a:t> </a:t>
            </a:r>
            <a:r>
              <a:rPr lang="en-IN" dirty="0"/>
              <a:t>Amari </a:t>
            </a:r>
            <a:r>
              <a:rPr lang="en-IN" dirty="0" err="1"/>
              <a:t>tabemasen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ja-JP" altLang="en-US" dirty="0"/>
              <a:t>くだものも　すきじゃない　です</a:t>
            </a:r>
            <a:r>
              <a:rPr lang="ja-JP" altLang="en-US" dirty="0" smtClean="0"/>
              <a:t>。</a:t>
            </a:r>
            <a:r>
              <a:rPr lang="en-IN" altLang="ja-JP" dirty="0" err="1" smtClean="0"/>
              <a:t>K</a:t>
            </a:r>
            <a:r>
              <a:rPr lang="en-IN" dirty="0" err="1" smtClean="0"/>
              <a:t>udamono</a:t>
            </a:r>
            <a:r>
              <a:rPr lang="en-IN" dirty="0" smtClean="0"/>
              <a:t> </a:t>
            </a:r>
            <a:r>
              <a:rPr lang="en-IN" dirty="0" err="1"/>
              <a:t>mo</a:t>
            </a:r>
            <a:r>
              <a:rPr lang="en-IN" dirty="0"/>
              <a:t> </a:t>
            </a:r>
            <a:r>
              <a:rPr lang="en-IN" dirty="0" err="1"/>
              <a:t>sukijanai</a:t>
            </a:r>
            <a:r>
              <a:rPr lang="en-IN" dirty="0"/>
              <a:t> desu.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8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521" y="0"/>
            <a:ext cx="8596668" cy="767508"/>
          </a:xfrm>
        </p:spPr>
        <p:txBody>
          <a:bodyPr/>
          <a:lstStyle/>
          <a:p>
            <a:r>
              <a:rPr lang="en-US" altLang="ja-JP" dirty="0" err="1">
                <a:solidFill>
                  <a:srgbClr val="90C226"/>
                </a:solidFill>
              </a:rPr>
              <a:t>Hitotsu</a:t>
            </a:r>
            <a:r>
              <a:rPr lang="en-US" altLang="ja-JP" dirty="0">
                <a:solidFill>
                  <a:srgbClr val="90C226"/>
                </a:solidFill>
              </a:rPr>
              <a:t> </a:t>
            </a:r>
            <a:r>
              <a:rPr lang="en-US" altLang="ja-JP" dirty="0" err="1">
                <a:solidFill>
                  <a:srgbClr val="90C226"/>
                </a:solidFill>
              </a:rPr>
              <a:t>kudasai</a:t>
            </a:r>
            <a:r>
              <a:rPr lang="en-US" dirty="0">
                <a:solidFill>
                  <a:srgbClr val="90C226"/>
                </a:solidFill>
              </a:rPr>
              <a:t> </a:t>
            </a:r>
            <a:r>
              <a:rPr lang="ja-JP" altLang="en-US" dirty="0">
                <a:solidFill>
                  <a:srgbClr val="90C226"/>
                </a:solidFill>
              </a:rPr>
              <a:t>ーひとつ　ください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13552"/>
            <a:ext cx="8596668" cy="5027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b="1" u="sng" dirty="0"/>
              <a:t>ことば：</a:t>
            </a:r>
            <a:endParaRPr lang="en-IN" sz="1400" dirty="0"/>
          </a:p>
          <a:p>
            <a:pPr lvl="0"/>
            <a:r>
              <a:rPr lang="ja-JP" altLang="en-US" sz="1600" dirty="0" smtClean="0"/>
              <a:t>すし</a:t>
            </a:r>
            <a:r>
              <a:rPr lang="en-IN" altLang="ja-JP" sz="1600" dirty="0" smtClean="0"/>
              <a:t>(Sushi)</a:t>
            </a:r>
            <a:r>
              <a:rPr lang="en-US" altLang="ja-JP" sz="1600" dirty="0" smtClean="0"/>
              <a:t>― </a:t>
            </a:r>
            <a:r>
              <a:rPr lang="en-IN" sz="1600" dirty="0"/>
              <a:t>Japanese food made of fish</a:t>
            </a:r>
          </a:p>
          <a:p>
            <a:pPr lvl="0"/>
            <a:r>
              <a:rPr lang="ja-JP" altLang="en-US" sz="1600" dirty="0"/>
              <a:t>そば </a:t>
            </a:r>
            <a:r>
              <a:rPr lang="en-IN" sz="1600" dirty="0"/>
              <a:t> </a:t>
            </a:r>
            <a:r>
              <a:rPr lang="en-IN" sz="1600" dirty="0" smtClean="0"/>
              <a:t>(Soba)-  Noodles</a:t>
            </a:r>
            <a:endParaRPr lang="en-IN" sz="1600" dirty="0"/>
          </a:p>
          <a:p>
            <a:pPr lvl="0"/>
            <a:r>
              <a:rPr lang="ja-JP" altLang="en-US" sz="1600" dirty="0"/>
              <a:t>うどん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Udon</a:t>
            </a:r>
            <a:r>
              <a:rPr lang="en-IN" altLang="ja-JP" sz="1600" dirty="0" smtClean="0"/>
              <a:t>)</a:t>
            </a:r>
            <a:r>
              <a:rPr lang="en-IN" sz="1600" dirty="0" smtClean="0"/>
              <a:t>–  </a:t>
            </a:r>
            <a:r>
              <a:rPr lang="en-IN" sz="1600" dirty="0"/>
              <a:t>Noodle from wheat Flour</a:t>
            </a:r>
          </a:p>
          <a:p>
            <a:pPr lvl="0"/>
            <a:r>
              <a:rPr lang="ja-JP" altLang="en-US" sz="1600" dirty="0"/>
              <a:t>ハン</a:t>
            </a:r>
            <a:r>
              <a:rPr lang="ja-JP" altLang="en-US" sz="1600" dirty="0" smtClean="0"/>
              <a:t>バーガー</a:t>
            </a:r>
            <a:r>
              <a:rPr lang="en-IN" sz="1600" dirty="0" smtClean="0"/>
              <a:t> </a:t>
            </a:r>
            <a:r>
              <a:rPr lang="en-IN" sz="1600" dirty="0"/>
              <a:t>Hamburger</a:t>
            </a:r>
          </a:p>
          <a:p>
            <a:pPr lvl="0"/>
            <a:r>
              <a:rPr lang="ja-JP" altLang="en-US" sz="1600" dirty="0"/>
              <a:t>サンドイッチ </a:t>
            </a:r>
            <a:r>
              <a:rPr lang="en-IN" sz="1600" dirty="0"/>
              <a:t>- Sandwich</a:t>
            </a:r>
          </a:p>
          <a:p>
            <a:pPr lvl="0"/>
            <a:r>
              <a:rPr lang="ja-JP" altLang="en-US" sz="1600" dirty="0"/>
              <a:t>カ</a:t>
            </a:r>
            <a:r>
              <a:rPr lang="ja-JP" altLang="en-US" sz="1600" dirty="0" smtClean="0"/>
              <a:t>レー</a:t>
            </a:r>
            <a:r>
              <a:rPr lang="en-IN" sz="1600" dirty="0" smtClean="0"/>
              <a:t> </a:t>
            </a:r>
            <a:r>
              <a:rPr lang="en-IN" sz="1600" dirty="0"/>
              <a:t>Gravy</a:t>
            </a:r>
          </a:p>
          <a:p>
            <a:pPr lvl="0"/>
            <a:r>
              <a:rPr lang="ja-JP" altLang="en-US" sz="1600" dirty="0"/>
              <a:t>ピザ </a:t>
            </a:r>
            <a:r>
              <a:rPr lang="en-IN" sz="1600" dirty="0"/>
              <a:t>   - Pizza</a:t>
            </a:r>
          </a:p>
          <a:p>
            <a:pPr lvl="0"/>
            <a:r>
              <a:rPr lang="ja-JP" altLang="en-US" sz="1600" dirty="0" smtClean="0"/>
              <a:t>ラーメ</a:t>
            </a:r>
            <a:r>
              <a:rPr lang="ja-JP" altLang="en-US" sz="1600" dirty="0"/>
              <a:t>ン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Raamen</a:t>
            </a:r>
            <a:r>
              <a:rPr lang="en-IN" altLang="ja-JP" sz="1600" dirty="0" smtClean="0"/>
              <a:t>)</a:t>
            </a:r>
            <a:r>
              <a:rPr lang="en-IN" sz="1600" dirty="0" smtClean="0"/>
              <a:t>– </a:t>
            </a:r>
            <a:r>
              <a:rPr lang="en-IN" sz="1600" dirty="0"/>
              <a:t>Noodle in broth</a:t>
            </a:r>
          </a:p>
          <a:p>
            <a:pPr lvl="0"/>
            <a:r>
              <a:rPr lang="ja-JP" altLang="en-US" sz="1600" dirty="0"/>
              <a:t>や</a:t>
            </a:r>
            <a:r>
              <a:rPr lang="ja-JP" altLang="en-US" sz="1600" dirty="0" smtClean="0"/>
              <a:t> </a:t>
            </a:r>
            <a:r>
              <a:rPr lang="en-IN" sz="1600" dirty="0" smtClean="0"/>
              <a:t> (</a:t>
            </a:r>
            <a:r>
              <a:rPr lang="en-IN" sz="1600" dirty="0" err="1" smtClean="0"/>
              <a:t>Ya</a:t>
            </a:r>
            <a:r>
              <a:rPr lang="en-IN" sz="1600" dirty="0" smtClean="0"/>
              <a:t>)        </a:t>
            </a:r>
            <a:r>
              <a:rPr lang="en-IN" sz="1600" dirty="0"/>
              <a:t>- Shop</a:t>
            </a:r>
          </a:p>
          <a:p>
            <a:r>
              <a:rPr lang="ja-JP" altLang="en-US" sz="1600" dirty="0" smtClean="0"/>
              <a:t>や</a:t>
            </a:r>
            <a:r>
              <a:rPr lang="ja-JP" altLang="en-US" sz="1600" dirty="0"/>
              <a:t>すい </a:t>
            </a:r>
            <a:r>
              <a:rPr lang="ja-JP" altLang="en-US" sz="1600" dirty="0" smtClean="0"/>
              <a:t>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yasui</a:t>
            </a:r>
            <a:r>
              <a:rPr lang="en-IN" altLang="ja-JP" sz="1600" dirty="0"/>
              <a:t>)</a:t>
            </a:r>
            <a:r>
              <a:rPr lang="en-IN" sz="1600" dirty="0" smtClean="0"/>
              <a:t>- </a:t>
            </a:r>
            <a:r>
              <a:rPr lang="en-IN" sz="1600" dirty="0"/>
              <a:t>Cheap</a:t>
            </a:r>
          </a:p>
          <a:p>
            <a:r>
              <a:rPr lang="ja-JP" altLang="en-US" sz="1600" dirty="0" smtClean="0"/>
              <a:t>た</a:t>
            </a:r>
            <a:r>
              <a:rPr lang="ja-JP" altLang="en-US" sz="1600" dirty="0"/>
              <a:t>か</a:t>
            </a:r>
            <a:r>
              <a:rPr lang="ja-JP" altLang="en-US" sz="1600" dirty="0" smtClean="0"/>
              <a:t>い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Takai</a:t>
            </a:r>
            <a:r>
              <a:rPr lang="en-IN" altLang="ja-JP" sz="1600" dirty="0" smtClean="0"/>
              <a:t>)</a:t>
            </a:r>
            <a:r>
              <a:rPr lang="ja-JP" altLang="en-US" sz="1600" dirty="0" smtClean="0"/>
              <a:t> </a:t>
            </a:r>
            <a:r>
              <a:rPr lang="en-IN" sz="1600" dirty="0"/>
              <a:t>- Costly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Rectangle 3"/>
          <p:cNvSpPr/>
          <p:nvPr/>
        </p:nvSpPr>
        <p:spPr>
          <a:xfrm>
            <a:off x="-64874" y="503662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ー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30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46043"/>
            <a:ext cx="8596668" cy="767508"/>
          </a:xfrm>
        </p:spPr>
        <p:txBody>
          <a:bodyPr/>
          <a:lstStyle/>
          <a:p>
            <a:r>
              <a:rPr lang="en-US" altLang="ja-JP" dirty="0" err="1">
                <a:solidFill>
                  <a:srgbClr val="90C226"/>
                </a:solidFill>
              </a:rPr>
              <a:t>Hitotsu</a:t>
            </a:r>
            <a:r>
              <a:rPr lang="en-US" altLang="ja-JP" dirty="0">
                <a:solidFill>
                  <a:srgbClr val="90C226"/>
                </a:solidFill>
              </a:rPr>
              <a:t> </a:t>
            </a:r>
            <a:r>
              <a:rPr lang="en-US" altLang="ja-JP" dirty="0" err="1">
                <a:solidFill>
                  <a:srgbClr val="90C226"/>
                </a:solidFill>
              </a:rPr>
              <a:t>kudasai</a:t>
            </a:r>
            <a:r>
              <a:rPr lang="en-US" dirty="0">
                <a:solidFill>
                  <a:srgbClr val="90C226"/>
                </a:solidFill>
              </a:rPr>
              <a:t> </a:t>
            </a:r>
            <a:r>
              <a:rPr lang="ja-JP" altLang="en-US" dirty="0">
                <a:solidFill>
                  <a:srgbClr val="90C226"/>
                </a:solidFill>
              </a:rPr>
              <a:t>ーひとつ　ください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13552"/>
            <a:ext cx="8596668" cy="50278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お</a:t>
            </a:r>
            <a:r>
              <a:rPr lang="ja-JP" altLang="en-US" sz="1600" dirty="0"/>
              <a:t>いしい </a:t>
            </a:r>
            <a:r>
              <a:rPr lang="ja-JP" altLang="en-US" sz="1600" dirty="0" smtClean="0"/>
              <a:t>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Oishii</a:t>
            </a:r>
            <a:r>
              <a:rPr lang="en-IN" altLang="ja-JP" sz="1600" dirty="0" smtClean="0"/>
              <a:t>)</a:t>
            </a:r>
            <a:r>
              <a:rPr lang="en-IN" sz="1600" dirty="0" smtClean="0"/>
              <a:t>- </a:t>
            </a:r>
            <a:r>
              <a:rPr lang="en-IN" sz="1600" dirty="0"/>
              <a:t>Tasty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ま</a:t>
            </a:r>
            <a:r>
              <a:rPr lang="ja-JP" altLang="en-US" sz="1600" dirty="0"/>
              <a:t>ず</a:t>
            </a:r>
            <a:r>
              <a:rPr lang="ja-JP" altLang="en-US" sz="1600" dirty="0" smtClean="0"/>
              <a:t>い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Mazui</a:t>
            </a:r>
            <a:r>
              <a:rPr lang="en-IN" altLang="ja-JP" sz="1600" dirty="0" smtClean="0"/>
              <a:t>)</a:t>
            </a:r>
            <a:r>
              <a:rPr lang="ja-JP" altLang="en-US" sz="1600" dirty="0" smtClean="0"/>
              <a:t> </a:t>
            </a:r>
            <a:r>
              <a:rPr lang="en-IN" sz="1600" dirty="0"/>
              <a:t>– Not good/poor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た</a:t>
            </a:r>
            <a:r>
              <a:rPr lang="ja-JP" altLang="en-US" sz="1600" dirty="0"/>
              <a:t>べも</a:t>
            </a:r>
            <a:r>
              <a:rPr lang="ja-JP" altLang="en-US" sz="1600" dirty="0" smtClean="0"/>
              <a:t>の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Tabemono</a:t>
            </a:r>
            <a:r>
              <a:rPr lang="en-IN" altLang="ja-JP" sz="1600" dirty="0" smtClean="0"/>
              <a:t>)</a:t>
            </a:r>
            <a:r>
              <a:rPr lang="ja-JP" altLang="en-US" sz="1600" dirty="0" smtClean="0"/>
              <a:t> </a:t>
            </a:r>
            <a:r>
              <a:rPr lang="en-IN" sz="1600" dirty="0" smtClean="0"/>
              <a:t>–Eatable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の</a:t>
            </a:r>
            <a:r>
              <a:rPr lang="ja-JP" altLang="en-US" sz="1600" dirty="0"/>
              <a:t>みも</a:t>
            </a:r>
            <a:r>
              <a:rPr lang="ja-JP" altLang="en-US" sz="1600" dirty="0" smtClean="0"/>
              <a:t>の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Nomimono</a:t>
            </a:r>
            <a:r>
              <a:rPr lang="en-IN" altLang="ja-JP" sz="1600" dirty="0" smtClean="0"/>
              <a:t>)</a:t>
            </a:r>
            <a:r>
              <a:rPr lang="ja-JP" altLang="en-US" sz="1600" dirty="0" smtClean="0"/>
              <a:t> </a:t>
            </a:r>
            <a:r>
              <a:rPr lang="en-IN" sz="1600" dirty="0"/>
              <a:t>– Something to drink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り</a:t>
            </a:r>
            <a:r>
              <a:rPr lang="ja-JP" altLang="en-US" sz="1600" dirty="0"/>
              <a:t>ょう</a:t>
            </a:r>
            <a:r>
              <a:rPr lang="ja-JP" altLang="en-US" sz="1600" dirty="0" smtClean="0"/>
              <a:t>り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Ryouri</a:t>
            </a:r>
            <a:r>
              <a:rPr lang="en-IN" altLang="ja-JP" sz="1600" dirty="0" smtClean="0"/>
              <a:t>)</a:t>
            </a:r>
            <a:r>
              <a:rPr lang="ja-JP" altLang="en-US" sz="1600" dirty="0" smtClean="0"/>
              <a:t>ー </a:t>
            </a:r>
            <a:r>
              <a:rPr lang="en-IN" sz="1600" dirty="0"/>
              <a:t>Cooking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き</a:t>
            </a:r>
            <a:r>
              <a:rPr lang="ja-JP" altLang="en-US" sz="1600" dirty="0"/>
              <a:t>ら</a:t>
            </a:r>
            <a:r>
              <a:rPr lang="ja-JP" altLang="en-US" sz="1600" dirty="0" smtClean="0"/>
              <a:t>い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Kirai</a:t>
            </a:r>
            <a:r>
              <a:rPr lang="en-IN" altLang="ja-JP" sz="1600" dirty="0" smtClean="0"/>
              <a:t>)</a:t>
            </a:r>
            <a:r>
              <a:rPr lang="ja-JP" altLang="en-US" sz="1600" dirty="0" smtClean="0"/>
              <a:t>ー</a:t>
            </a:r>
            <a:r>
              <a:rPr lang="en-IN" sz="1600" dirty="0"/>
              <a:t>Dislike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1600" dirty="0" smtClean="0"/>
              <a:t>い</a:t>
            </a:r>
            <a:r>
              <a:rPr lang="ja-JP" altLang="en-US" sz="1600" dirty="0"/>
              <a:t>きま</a:t>
            </a:r>
            <a:r>
              <a:rPr lang="ja-JP" altLang="en-US" sz="1600" dirty="0" smtClean="0"/>
              <a:t>す </a:t>
            </a:r>
            <a:r>
              <a:rPr lang="en-IN" altLang="ja-JP" sz="1600" dirty="0" smtClean="0"/>
              <a:t>(</a:t>
            </a:r>
            <a:r>
              <a:rPr lang="en-IN" altLang="ja-JP" sz="1600" dirty="0" err="1" smtClean="0"/>
              <a:t>Ikimasu</a:t>
            </a:r>
            <a:r>
              <a:rPr lang="en-IN" altLang="ja-JP" sz="1600" dirty="0" smtClean="0"/>
              <a:t>)</a:t>
            </a:r>
            <a:r>
              <a:rPr lang="en-US" altLang="ja-JP" sz="1600" dirty="0" smtClean="0"/>
              <a:t>―</a:t>
            </a:r>
            <a:r>
              <a:rPr lang="en-IN" sz="1600" dirty="0"/>
              <a:t>Go</a:t>
            </a:r>
          </a:p>
          <a:p>
            <a:pPr marL="0" indent="0">
              <a:buNone/>
            </a:pPr>
            <a:r>
              <a:rPr lang="en-IN" altLang="ja-JP" sz="1600" b="1" u="sng" dirty="0"/>
              <a:t>2. </a:t>
            </a:r>
            <a:r>
              <a:rPr lang="ja-JP" altLang="en-US" sz="1600" b="1" u="sng" dirty="0"/>
              <a:t>ぶんぽう　：</a:t>
            </a:r>
            <a:r>
              <a:rPr lang="en-US" altLang="ja-JP" sz="1600" b="1" u="sng" dirty="0"/>
              <a:t>―</a:t>
            </a:r>
            <a:endParaRPr lang="en-IN" sz="1600" dirty="0"/>
          </a:p>
          <a:p>
            <a:pPr lvl="0"/>
            <a:r>
              <a:rPr lang="ja-JP" altLang="en-US" sz="1600" dirty="0"/>
              <a:t>で　－</a:t>
            </a:r>
            <a:r>
              <a:rPr lang="en-IN" sz="1600" dirty="0"/>
              <a:t>Place where action occurs</a:t>
            </a:r>
          </a:p>
          <a:p>
            <a:pPr marL="0" indent="0">
              <a:buNone/>
            </a:pPr>
            <a:r>
              <a:rPr lang="ja-JP" altLang="en-US" sz="1600" dirty="0"/>
              <a:t>（</a:t>
            </a:r>
            <a:r>
              <a:rPr lang="en-IN" sz="1600" dirty="0" err="1"/>
              <a:t>Eg</a:t>
            </a:r>
            <a:r>
              <a:rPr lang="ja-JP" altLang="en-US" sz="1600" dirty="0"/>
              <a:t>）うどんや</a:t>
            </a:r>
            <a:r>
              <a:rPr lang="ja-JP" altLang="en-US" sz="1600" dirty="0">
                <a:solidFill>
                  <a:srgbClr val="FF0000"/>
                </a:solidFill>
              </a:rPr>
              <a:t>で</a:t>
            </a:r>
            <a:r>
              <a:rPr lang="ja-JP" altLang="en-US" sz="1600" dirty="0"/>
              <a:t>　たべます。</a:t>
            </a:r>
            <a:r>
              <a:rPr lang="en-IN" altLang="ja-JP" sz="1600" dirty="0" err="1"/>
              <a:t>Udonya</a:t>
            </a:r>
            <a:r>
              <a:rPr lang="en-IN" altLang="ja-JP" sz="1600" dirty="0"/>
              <a:t> de </a:t>
            </a:r>
            <a:r>
              <a:rPr lang="en-IN" altLang="ja-JP" sz="1600" dirty="0" err="1"/>
              <a:t>tabemasu</a:t>
            </a:r>
            <a:endParaRPr lang="en-IN" altLang="ja-JP" sz="1600" dirty="0"/>
          </a:p>
          <a:p>
            <a:pPr marL="0" indent="0">
              <a:buNone/>
            </a:pPr>
            <a:r>
              <a:rPr lang="en-IN" sz="1600" dirty="0" smtClean="0"/>
              <a:t>           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8160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724877"/>
          </a:xfrm>
        </p:spPr>
        <p:txBody>
          <a:bodyPr/>
          <a:lstStyle/>
          <a:p>
            <a:pPr algn="ctr"/>
            <a:r>
              <a:rPr lang="en-US" altLang="ja-JP" sz="3600" dirty="0" err="1">
                <a:solidFill>
                  <a:srgbClr val="90C226"/>
                </a:solidFill>
              </a:rPr>
              <a:t>Hitotsu</a:t>
            </a:r>
            <a:r>
              <a:rPr lang="en-US" altLang="ja-JP" sz="3600" dirty="0">
                <a:solidFill>
                  <a:srgbClr val="90C226"/>
                </a:solidFill>
              </a:rPr>
              <a:t> </a:t>
            </a:r>
            <a:r>
              <a:rPr lang="en-US" altLang="ja-JP" sz="3600" dirty="0" err="1">
                <a:solidFill>
                  <a:srgbClr val="90C226"/>
                </a:solidFill>
              </a:rPr>
              <a:t>kudasai</a:t>
            </a:r>
            <a:r>
              <a:rPr lang="en-US" sz="3600" dirty="0">
                <a:solidFill>
                  <a:srgbClr val="90C226"/>
                </a:solidFill>
              </a:rPr>
              <a:t> </a:t>
            </a:r>
            <a:r>
              <a:rPr lang="ja-JP" altLang="en-US" sz="3600" dirty="0">
                <a:solidFill>
                  <a:srgbClr val="90C226"/>
                </a:solidFill>
              </a:rPr>
              <a:t>ーひとつ　ください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468192"/>
            <a:ext cx="8011873" cy="44303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84597" y="1077143"/>
            <a:ext cx="788187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u="sng" dirty="0" smtClean="0"/>
              <a:t>３．</a:t>
            </a:r>
            <a:r>
              <a:rPr lang="en-US" b="1" u="sng" dirty="0" smtClean="0"/>
              <a:t>where </a:t>
            </a:r>
            <a:r>
              <a:rPr lang="en-US" b="1" u="sng" dirty="0"/>
              <a:t>to go for lunch. </a:t>
            </a:r>
            <a:endParaRPr lang="en-US" b="1" u="sng" dirty="0" smtClean="0"/>
          </a:p>
          <a:p>
            <a:endParaRPr lang="ja-JP" altLang="en-US" b="1" u="sng" dirty="0"/>
          </a:p>
          <a:p>
            <a:r>
              <a:rPr lang="ja-JP" altLang="en-US" dirty="0"/>
              <a:t>よしだ　</a:t>
            </a:r>
            <a:r>
              <a:rPr lang="en-IN" dirty="0"/>
              <a:t>:</a:t>
            </a:r>
            <a:r>
              <a:rPr lang="ja-JP" altLang="en-US" dirty="0"/>
              <a:t>すきな　りようりは　なんですか？</a:t>
            </a:r>
            <a:endParaRPr lang="en-IN" dirty="0"/>
          </a:p>
          <a:p>
            <a:r>
              <a:rPr lang="ja-JP" altLang="en-US" dirty="0"/>
              <a:t>キム：カ</a:t>
            </a:r>
            <a:r>
              <a:rPr lang="ja-JP" altLang="en-US" dirty="0" smtClean="0"/>
              <a:t>レ</a:t>
            </a:r>
            <a:r>
              <a:rPr lang="ja-JP" altLang="en-US" dirty="0"/>
              <a:t>ー　です。</a:t>
            </a:r>
            <a:endParaRPr lang="en-IN" dirty="0"/>
          </a:p>
          <a:p>
            <a:r>
              <a:rPr lang="ja-JP" altLang="en-US" dirty="0"/>
              <a:t>よしだ：わたしは　ハン</a:t>
            </a:r>
            <a:r>
              <a:rPr lang="ja-JP" altLang="en-US" dirty="0" smtClean="0"/>
              <a:t>バーガ</a:t>
            </a:r>
            <a:r>
              <a:rPr lang="ja-JP" altLang="en-US" dirty="0"/>
              <a:t>ー</a:t>
            </a:r>
            <a:r>
              <a:rPr lang="ja-JP" altLang="en-US" dirty="0" smtClean="0"/>
              <a:t>が</a:t>
            </a:r>
            <a:r>
              <a:rPr lang="ja-JP" altLang="en-US" dirty="0"/>
              <a:t>　すき　です。</a:t>
            </a:r>
            <a:endParaRPr lang="en-IN" dirty="0"/>
          </a:p>
          <a:p>
            <a:r>
              <a:rPr lang="ja-JP" altLang="en-US" dirty="0"/>
              <a:t>キム：そうですか</a:t>
            </a:r>
            <a:endParaRPr lang="en-IN" dirty="0"/>
          </a:p>
          <a:p>
            <a:r>
              <a:rPr lang="ja-JP" altLang="en-US" dirty="0"/>
              <a:t>よしだ：きょう　どこで　ひるごはん　を　たべますか</a:t>
            </a:r>
            <a:endParaRPr lang="en-IN" dirty="0"/>
          </a:p>
          <a:p>
            <a:r>
              <a:rPr lang="ja-JP" altLang="en-US" dirty="0"/>
              <a:t>キム　：いっぽで　たべます。</a:t>
            </a:r>
            <a:endParaRPr lang="en-IN" dirty="0"/>
          </a:p>
          <a:p>
            <a:r>
              <a:rPr lang="ja-JP" altLang="en-US" dirty="0"/>
              <a:t>よしだ：いっぽ </a:t>
            </a:r>
            <a:r>
              <a:rPr lang="en-IN" dirty="0"/>
              <a:t>?</a:t>
            </a:r>
          </a:p>
          <a:p>
            <a:r>
              <a:rPr lang="ja-JP" altLang="en-US" dirty="0"/>
              <a:t>キム：はい。</a:t>
            </a:r>
            <a:r>
              <a:rPr lang="ja-JP" altLang="en-US" dirty="0" smtClean="0"/>
              <a:t>ラーメ</a:t>
            </a:r>
            <a:r>
              <a:rPr lang="ja-JP" altLang="en-US" dirty="0"/>
              <a:t>ンや　です。おいしい　ですよ。</a:t>
            </a:r>
            <a:endParaRPr lang="en-IN" dirty="0"/>
          </a:p>
          <a:p>
            <a:r>
              <a:rPr lang="ja-JP" altLang="en-US" dirty="0"/>
              <a:t>よしだ：じゃ</a:t>
            </a:r>
            <a:r>
              <a:rPr lang="ja-JP" altLang="en-US" dirty="0" smtClean="0"/>
              <a:t>あ、わ</a:t>
            </a:r>
            <a:r>
              <a:rPr lang="ja-JP" altLang="en-US" dirty="0"/>
              <a:t>たしも　いきます。</a:t>
            </a:r>
            <a:endParaRPr lang="en-IN" dirty="0"/>
          </a:p>
          <a:p>
            <a:r>
              <a:rPr lang="en-IN" dirty="0" smtClean="0"/>
              <a:t>Yoshida </a:t>
            </a:r>
            <a:r>
              <a:rPr lang="en-IN" dirty="0"/>
              <a:t>: </a:t>
            </a:r>
            <a:r>
              <a:rPr lang="en-IN" dirty="0" err="1"/>
              <a:t>sukina</a:t>
            </a:r>
            <a:r>
              <a:rPr lang="en-IN" dirty="0"/>
              <a:t> </a:t>
            </a:r>
            <a:r>
              <a:rPr lang="en-IN" dirty="0" err="1"/>
              <a:t>ryouriwa</a:t>
            </a:r>
            <a:r>
              <a:rPr lang="en-IN" dirty="0"/>
              <a:t> nan desuka?</a:t>
            </a:r>
          </a:p>
          <a:p>
            <a:r>
              <a:rPr lang="en-IN" dirty="0" err="1"/>
              <a:t>Kimu</a:t>
            </a:r>
            <a:r>
              <a:rPr lang="en-IN" dirty="0"/>
              <a:t> : karee desu.</a:t>
            </a:r>
          </a:p>
          <a:p>
            <a:r>
              <a:rPr lang="en-IN" dirty="0"/>
              <a:t>Yoshida: </a:t>
            </a:r>
            <a:r>
              <a:rPr lang="en-IN" dirty="0" err="1"/>
              <a:t>watashiwa</a:t>
            </a:r>
            <a:r>
              <a:rPr lang="en-IN" dirty="0"/>
              <a:t> </a:t>
            </a:r>
            <a:r>
              <a:rPr lang="en-IN" dirty="0" err="1" smtClean="0"/>
              <a:t>hanbaagaa</a:t>
            </a:r>
            <a:r>
              <a:rPr lang="en-IN" dirty="0" smtClean="0"/>
              <a:t> </a:t>
            </a:r>
            <a:r>
              <a:rPr lang="en-IN" dirty="0" err="1"/>
              <a:t>ga</a:t>
            </a:r>
            <a:r>
              <a:rPr lang="en-IN" dirty="0"/>
              <a:t> </a:t>
            </a:r>
            <a:r>
              <a:rPr lang="en-IN" dirty="0" err="1"/>
              <a:t>suki</a:t>
            </a:r>
            <a:r>
              <a:rPr lang="en-IN" dirty="0"/>
              <a:t> desu.</a:t>
            </a:r>
          </a:p>
          <a:p>
            <a:r>
              <a:rPr lang="en-IN" dirty="0" err="1"/>
              <a:t>Kimu</a:t>
            </a:r>
            <a:r>
              <a:rPr lang="en-IN" dirty="0"/>
              <a:t> : </a:t>
            </a:r>
            <a:r>
              <a:rPr lang="en-IN" dirty="0" err="1"/>
              <a:t>sou</a:t>
            </a:r>
            <a:r>
              <a:rPr lang="en-IN" dirty="0"/>
              <a:t> desuka?</a:t>
            </a:r>
          </a:p>
          <a:p>
            <a:r>
              <a:rPr lang="en-IN" dirty="0"/>
              <a:t>Yoshida: </a:t>
            </a:r>
            <a:r>
              <a:rPr lang="en-IN" dirty="0" err="1"/>
              <a:t>kyou</a:t>
            </a:r>
            <a:r>
              <a:rPr lang="en-IN" dirty="0"/>
              <a:t> </a:t>
            </a:r>
            <a:r>
              <a:rPr lang="en-IN" dirty="0" err="1"/>
              <a:t>dokode</a:t>
            </a:r>
            <a:r>
              <a:rPr lang="en-IN" dirty="0"/>
              <a:t> </a:t>
            </a:r>
            <a:r>
              <a:rPr lang="en-IN" dirty="0" err="1"/>
              <a:t>hirugohan</a:t>
            </a:r>
            <a:r>
              <a:rPr lang="en-IN" dirty="0"/>
              <a:t> o </a:t>
            </a:r>
            <a:r>
              <a:rPr lang="en-IN" dirty="0" err="1"/>
              <a:t>tabemasuka</a:t>
            </a:r>
            <a:r>
              <a:rPr lang="en-IN" dirty="0"/>
              <a:t>?</a:t>
            </a:r>
          </a:p>
          <a:p>
            <a:r>
              <a:rPr lang="en-IN" dirty="0" err="1"/>
              <a:t>Kimu</a:t>
            </a:r>
            <a:r>
              <a:rPr lang="en-IN" dirty="0"/>
              <a:t>: “</a:t>
            </a:r>
            <a:r>
              <a:rPr lang="en-IN" dirty="0" err="1"/>
              <a:t>Ippo</a:t>
            </a:r>
            <a:r>
              <a:rPr lang="en-IN" dirty="0"/>
              <a:t>” de </a:t>
            </a:r>
            <a:r>
              <a:rPr lang="en-IN" dirty="0" err="1"/>
              <a:t>tabemasu</a:t>
            </a:r>
            <a:r>
              <a:rPr lang="en-IN" dirty="0"/>
              <a:t>.</a:t>
            </a:r>
          </a:p>
          <a:p>
            <a:r>
              <a:rPr lang="en-IN" dirty="0"/>
              <a:t>Yoshida: IPPO??</a:t>
            </a:r>
          </a:p>
          <a:p>
            <a:r>
              <a:rPr lang="en-IN" dirty="0" err="1"/>
              <a:t>Kimu</a:t>
            </a:r>
            <a:r>
              <a:rPr lang="en-IN" dirty="0"/>
              <a:t>: </a:t>
            </a:r>
            <a:r>
              <a:rPr lang="en-IN" dirty="0" err="1"/>
              <a:t>Hai</a:t>
            </a:r>
            <a:r>
              <a:rPr lang="en-IN" dirty="0"/>
              <a:t>. </a:t>
            </a:r>
            <a:r>
              <a:rPr lang="en-IN" dirty="0" err="1" smtClean="0"/>
              <a:t>Raamenya</a:t>
            </a:r>
            <a:r>
              <a:rPr lang="en-IN" dirty="0" smtClean="0"/>
              <a:t>  </a:t>
            </a:r>
            <a:r>
              <a:rPr lang="en-IN" dirty="0"/>
              <a:t>desu. </a:t>
            </a:r>
            <a:r>
              <a:rPr lang="en-IN" dirty="0" err="1"/>
              <a:t>Oishii</a:t>
            </a:r>
            <a:r>
              <a:rPr lang="en-IN" dirty="0"/>
              <a:t> </a:t>
            </a:r>
            <a:r>
              <a:rPr lang="en-IN" dirty="0" err="1"/>
              <a:t>desuyo</a:t>
            </a:r>
            <a:r>
              <a:rPr lang="en-IN" dirty="0"/>
              <a:t>.</a:t>
            </a:r>
          </a:p>
          <a:p>
            <a:r>
              <a:rPr lang="en-IN" dirty="0"/>
              <a:t>Yoshida: </a:t>
            </a:r>
            <a:r>
              <a:rPr lang="en-IN" dirty="0" err="1" smtClean="0"/>
              <a:t>Jaa</a:t>
            </a:r>
            <a:r>
              <a:rPr lang="en-IN" dirty="0" smtClean="0"/>
              <a:t>, </a:t>
            </a:r>
            <a:r>
              <a:rPr lang="en-IN" dirty="0" err="1"/>
              <a:t>Watashimo</a:t>
            </a:r>
            <a:r>
              <a:rPr lang="en-IN" dirty="0"/>
              <a:t> </a:t>
            </a:r>
            <a:r>
              <a:rPr lang="en-IN" dirty="0" err="1"/>
              <a:t>ikimasu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211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724877"/>
          </a:xfrm>
        </p:spPr>
        <p:txBody>
          <a:bodyPr/>
          <a:lstStyle/>
          <a:p>
            <a:pPr algn="ctr"/>
            <a:r>
              <a:rPr lang="en-US" altLang="ja-JP" sz="3600" dirty="0" err="1" smtClean="0">
                <a:solidFill>
                  <a:srgbClr val="90C226"/>
                </a:solidFill>
              </a:rPr>
              <a:t>Hitotsu</a:t>
            </a:r>
            <a:r>
              <a:rPr lang="en-US" altLang="ja-JP" sz="3600" dirty="0" smtClean="0">
                <a:solidFill>
                  <a:srgbClr val="90C226"/>
                </a:solidFill>
              </a:rPr>
              <a:t> </a:t>
            </a:r>
            <a:r>
              <a:rPr lang="en-US" altLang="ja-JP" sz="3600" dirty="0" err="1" smtClean="0">
                <a:solidFill>
                  <a:srgbClr val="90C226"/>
                </a:solidFill>
              </a:rPr>
              <a:t>kudasai</a:t>
            </a:r>
            <a:r>
              <a:rPr lang="en-US" sz="3600" dirty="0" smtClean="0">
                <a:solidFill>
                  <a:srgbClr val="90C226"/>
                </a:solidFill>
              </a:rPr>
              <a:t> </a:t>
            </a:r>
            <a:r>
              <a:rPr lang="ja-JP" altLang="en-US" sz="3600" dirty="0" smtClean="0">
                <a:solidFill>
                  <a:srgbClr val="90C226"/>
                </a:solidFill>
              </a:rPr>
              <a:t>ーひとつ　ください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468192"/>
            <a:ext cx="8011873" cy="44303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84597" y="1077143"/>
            <a:ext cx="788187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u="sng" dirty="0"/>
              <a:t>４</a:t>
            </a:r>
            <a:r>
              <a:rPr lang="ja-JP" altLang="en-US" dirty="0" smtClean="0"/>
              <a:t>．</a:t>
            </a:r>
            <a:r>
              <a:rPr lang="en-US" dirty="0" smtClean="0"/>
              <a:t> </a:t>
            </a:r>
            <a:r>
              <a:rPr lang="en-US" b="1" u="sng" dirty="0"/>
              <a:t>Order food in a fast food </a:t>
            </a:r>
            <a:r>
              <a:rPr lang="en-US" b="1" u="sng" dirty="0" smtClean="0"/>
              <a:t>restaurant</a:t>
            </a:r>
          </a:p>
          <a:p>
            <a:endParaRPr lang="ja-JP" altLang="en-US" b="1" u="sng" dirty="0"/>
          </a:p>
          <a:p>
            <a:r>
              <a:rPr lang="ja-JP" altLang="en-US" dirty="0" smtClean="0"/>
              <a:t>お</a:t>
            </a:r>
            <a:r>
              <a:rPr lang="ja-JP" altLang="en-US" dirty="0"/>
              <a:t>きゃく</a:t>
            </a:r>
            <a:r>
              <a:rPr lang="ja-JP" altLang="en-US" dirty="0" smtClean="0"/>
              <a:t>さま：すみません　</a:t>
            </a:r>
            <a:r>
              <a:rPr lang="ja-JP" altLang="en-US" dirty="0"/>
              <a:t>ハン</a:t>
            </a:r>
            <a:r>
              <a:rPr lang="ja-JP" altLang="en-US" dirty="0" smtClean="0"/>
              <a:t>バーガ</a:t>
            </a:r>
            <a:r>
              <a:rPr lang="ja-JP" altLang="en-US" dirty="0"/>
              <a:t>ー</a:t>
            </a:r>
            <a:r>
              <a:rPr lang="ja-JP" altLang="en-US" dirty="0" smtClean="0"/>
              <a:t>を　ひとつ　ください</a:t>
            </a:r>
            <a:endParaRPr lang="en-US" altLang="ja-JP" dirty="0" smtClean="0"/>
          </a:p>
          <a:p>
            <a:r>
              <a:rPr lang="ja-JP" altLang="en-US" dirty="0" smtClean="0"/>
              <a:t>てんいん：かしこまりました。</a:t>
            </a:r>
            <a:r>
              <a:rPr lang="ja-JP" altLang="en-US" dirty="0"/>
              <a:t>チキ</a:t>
            </a:r>
            <a:r>
              <a:rPr lang="ja-JP" altLang="en-US" dirty="0" smtClean="0"/>
              <a:t>ン</a:t>
            </a:r>
            <a:r>
              <a:rPr lang="ja-JP" altLang="en-US" dirty="0"/>
              <a:t>バ</a:t>
            </a:r>
            <a:r>
              <a:rPr lang="ja-JP" altLang="en-US" dirty="0" smtClean="0"/>
              <a:t>ーガー　ですか？　</a:t>
            </a:r>
            <a:endParaRPr lang="en-US" altLang="ja-JP" dirty="0" smtClean="0"/>
          </a:p>
          <a:p>
            <a:r>
              <a:rPr lang="ja-JP" altLang="en-US" dirty="0" smtClean="0"/>
              <a:t>お</a:t>
            </a:r>
            <a:r>
              <a:rPr lang="ja-JP" altLang="en-US" dirty="0"/>
              <a:t>きゃ</a:t>
            </a:r>
            <a:r>
              <a:rPr lang="ja-JP" altLang="en-US" dirty="0" smtClean="0"/>
              <a:t>く</a:t>
            </a:r>
            <a:r>
              <a:rPr lang="ja-JP" altLang="en-US" dirty="0"/>
              <a:t>さま</a:t>
            </a:r>
            <a:r>
              <a:rPr lang="ja-JP" altLang="en-US" dirty="0" smtClean="0"/>
              <a:t>：はい。おねがいします。</a:t>
            </a:r>
            <a:endParaRPr lang="en-US" altLang="ja-JP" dirty="0"/>
          </a:p>
          <a:p>
            <a:r>
              <a:rPr lang="ja-JP" altLang="en-US" dirty="0"/>
              <a:t>て</a:t>
            </a:r>
            <a:r>
              <a:rPr lang="ja-JP" altLang="en-US" dirty="0" smtClean="0"/>
              <a:t>んいん：のみものは？</a:t>
            </a:r>
            <a:endParaRPr lang="en-US" altLang="ja-JP" dirty="0"/>
          </a:p>
          <a:p>
            <a:r>
              <a:rPr lang="ja-JP" altLang="en-US" dirty="0" smtClean="0"/>
              <a:t>お</a:t>
            </a:r>
            <a:r>
              <a:rPr lang="ja-JP" altLang="en-US" dirty="0"/>
              <a:t>きゃ</a:t>
            </a:r>
            <a:r>
              <a:rPr lang="ja-JP" altLang="en-US" dirty="0" smtClean="0"/>
              <a:t>く</a:t>
            </a:r>
            <a:r>
              <a:rPr lang="ja-JP" altLang="en-US" dirty="0"/>
              <a:t>さま</a:t>
            </a:r>
            <a:r>
              <a:rPr lang="ja-JP" altLang="en-US" dirty="0" smtClean="0"/>
              <a:t>：りんご　ジュース　です。いくら　ですか。</a:t>
            </a:r>
            <a:endParaRPr lang="en-US" altLang="ja-JP" dirty="0"/>
          </a:p>
          <a:p>
            <a:r>
              <a:rPr lang="ja-JP" altLang="en-US" dirty="0"/>
              <a:t>て</a:t>
            </a:r>
            <a:r>
              <a:rPr lang="ja-JP" altLang="en-US" dirty="0" smtClean="0"/>
              <a:t>んいん：８５０えん　です</a:t>
            </a:r>
            <a:endParaRPr lang="en-US" altLang="ja-JP" dirty="0"/>
          </a:p>
          <a:p>
            <a:r>
              <a:rPr lang="ja-JP" altLang="en-US" dirty="0" smtClean="0"/>
              <a:t>お</a:t>
            </a:r>
            <a:r>
              <a:rPr lang="ja-JP" altLang="en-US" dirty="0"/>
              <a:t>きゃ</a:t>
            </a:r>
            <a:r>
              <a:rPr lang="ja-JP" altLang="en-US" dirty="0" smtClean="0"/>
              <a:t>く</a:t>
            </a:r>
            <a:r>
              <a:rPr lang="ja-JP" altLang="en-US" dirty="0"/>
              <a:t>さま</a:t>
            </a:r>
            <a:r>
              <a:rPr lang="ja-JP" altLang="en-US" dirty="0" smtClean="0"/>
              <a:t>：はい。どうぞ。</a:t>
            </a:r>
            <a:endParaRPr lang="en-US" altLang="ja-JP" dirty="0"/>
          </a:p>
          <a:p>
            <a:r>
              <a:rPr lang="ja-JP" altLang="en-US" dirty="0"/>
              <a:t>て</a:t>
            </a:r>
            <a:r>
              <a:rPr lang="ja-JP" altLang="en-US" dirty="0" smtClean="0"/>
              <a:t>んいん：</a:t>
            </a:r>
            <a:r>
              <a:rPr lang="ja-JP" altLang="en-US" dirty="0"/>
              <a:t>ありがと</a:t>
            </a:r>
            <a:r>
              <a:rPr lang="ja-JP" altLang="en-US" dirty="0" smtClean="0"/>
              <a:t>う　ご</a:t>
            </a:r>
            <a:r>
              <a:rPr lang="ja-JP" altLang="en-US" dirty="0"/>
              <a:t>ざ</a:t>
            </a:r>
            <a:r>
              <a:rPr lang="ja-JP" altLang="en-US" dirty="0" smtClean="0"/>
              <a:t>い</a:t>
            </a:r>
            <a:r>
              <a:rPr lang="ja-JP" altLang="en-US" dirty="0"/>
              <a:t>ます。</a:t>
            </a:r>
            <a:endParaRPr lang="en-US" altLang="ja-JP" dirty="0"/>
          </a:p>
          <a:p>
            <a:r>
              <a:rPr lang="en-IN" dirty="0" err="1" smtClean="0"/>
              <a:t>Okyaku-sama</a:t>
            </a:r>
            <a:r>
              <a:rPr lang="en-IN" dirty="0"/>
              <a:t>: </a:t>
            </a:r>
            <a:r>
              <a:rPr lang="en-IN" dirty="0" err="1"/>
              <a:t>Sumimasen</a:t>
            </a:r>
            <a:r>
              <a:rPr lang="en-IN" dirty="0"/>
              <a:t>, </a:t>
            </a:r>
            <a:r>
              <a:rPr lang="en-IN" dirty="0" err="1" smtClean="0"/>
              <a:t>Hanbaagaa</a:t>
            </a:r>
            <a:r>
              <a:rPr lang="en-IN" dirty="0" smtClean="0"/>
              <a:t> o </a:t>
            </a:r>
            <a:r>
              <a:rPr lang="en-IN" dirty="0" err="1"/>
              <a:t>hitotsu</a:t>
            </a:r>
            <a:r>
              <a:rPr lang="en-IN" dirty="0"/>
              <a:t> </a:t>
            </a:r>
            <a:r>
              <a:rPr lang="en-IN" dirty="0" err="1"/>
              <a:t>kudasai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 err="1"/>
              <a:t>Ten'in</a:t>
            </a:r>
            <a:r>
              <a:rPr lang="en-IN" dirty="0"/>
              <a:t>: </a:t>
            </a:r>
            <a:r>
              <a:rPr lang="en-IN" dirty="0" err="1"/>
              <a:t>Kashikomarimashita</a:t>
            </a:r>
            <a:r>
              <a:rPr lang="en-IN" dirty="0"/>
              <a:t>. </a:t>
            </a:r>
            <a:r>
              <a:rPr lang="en-IN" dirty="0" err="1" smtClean="0"/>
              <a:t>Chikin</a:t>
            </a:r>
            <a:r>
              <a:rPr lang="en-IN" dirty="0" smtClean="0"/>
              <a:t> </a:t>
            </a:r>
            <a:r>
              <a:rPr lang="en-IN" dirty="0" err="1" smtClean="0"/>
              <a:t>hanbaagaa</a:t>
            </a:r>
            <a:r>
              <a:rPr lang="en-IN" dirty="0" smtClean="0"/>
              <a:t> desuka ?</a:t>
            </a:r>
          </a:p>
          <a:p>
            <a:r>
              <a:rPr lang="en-IN" dirty="0" err="1" smtClean="0"/>
              <a:t>Okyaku-sama</a:t>
            </a:r>
            <a:r>
              <a:rPr lang="en-IN" dirty="0"/>
              <a:t>: </a:t>
            </a:r>
            <a:r>
              <a:rPr lang="en-IN" dirty="0" err="1"/>
              <a:t>Hai</a:t>
            </a:r>
            <a:r>
              <a:rPr lang="en-IN" dirty="0"/>
              <a:t>, </a:t>
            </a:r>
            <a:r>
              <a:rPr lang="en-IN" dirty="0" err="1"/>
              <a:t>onegai</a:t>
            </a:r>
            <a:r>
              <a:rPr lang="en-IN" dirty="0"/>
              <a:t> </a:t>
            </a:r>
            <a:r>
              <a:rPr lang="en-IN" dirty="0" err="1"/>
              <a:t>shimasu</a:t>
            </a:r>
            <a:r>
              <a:rPr lang="en-IN" dirty="0"/>
              <a:t>. </a:t>
            </a:r>
            <a:br>
              <a:rPr lang="en-IN" dirty="0"/>
            </a:br>
            <a:r>
              <a:rPr lang="en-IN" dirty="0" err="1" smtClean="0"/>
              <a:t>Ten'in:Nomimono</a:t>
            </a:r>
            <a:r>
              <a:rPr lang="en-IN" dirty="0" smtClean="0"/>
              <a:t> </a:t>
            </a:r>
            <a:r>
              <a:rPr lang="en-IN" dirty="0" err="1" smtClean="0"/>
              <a:t>wa</a:t>
            </a:r>
            <a:r>
              <a:rPr lang="en-IN" dirty="0" smtClean="0"/>
              <a:t>?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Okyaku-sama</a:t>
            </a:r>
            <a:r>
              <a:rPr lang="en-IN" dirty="0"/>
              <a:t>: </a:t>
            </a:r>
            <a:r>
              <a:rPr lang="en-IN" dirty="0" err="1" smtClean="0"/>
              <a:t>Ringo</a:t>
            </a:r>
            <a:r>
              <a:rPr lang="en-IN" dirty="0" smtClean="0"/>
              <a:t> </a:t>
            </a:r>
            <a:r>
              <a:rPr lang="en-IN" dirty="0" err="1" smtClean="0"/>
              <a:t>jyuusu</a:t>
            </a:r>
            <a:r>
              <a:rPr lang="en-IN" dirty="0" smtClean="0"/>
              <a:t> </a:t>
            </a:r>
            <a:r>
              <a:rPr lang="en-IN" dirty="0" err="1" smtClean="0"/>
              <a:t>desu.Ikura</a:t>
            </a:r>
            <a:r>
              <a:rPr lang="en-IN" dirty="0" smtClean="0"/>
              <a:t> desuka?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 smtClean="0"/>
              <a:t>Ten'in</a:t>
            </a:r>
            <a:r>
              <a:rPr lang="en-IN" dirty="0"/>
              <a:t>: </a:t>
            </a:r>
            <a:r>
              <a:rPr lang="en-IN" dirty="0" smtClean="0"/>
              <a:t>850-en desu.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Okyaku-sama</a:t>
            </a:r>
            <a:r>
              <a:rPr lang="en-IN" dirty="0"/>
              <a:t>: </a:t>
            </a:r>
            <a:r>
              <a:rPr lang="en-IN" dirty="0" err="1"/>
              <a:t>Hai</a:t>
            </a:r>
            <a:r>
              <a:rPr lang="en-IN" dirty="0"/>
              <a:t>, </a:t>
            </a:r>
            <a:r>
              <a:rPr lang="en-IN" dirty="0" err="1"/>
              <a:t>dōzo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 err="1"/>
              <a:t>Ten'in</a:t>
            </a:r>
            <a:r>
              <a:rPr lang="en-IN" dirty="0"/>
              <a:t>: </a:t>
            </a:r>
            <a:r>
              <a:rPr lang="en-IN" dirty="0" err="1"/>
              <a:t>Arigatō</a:t>
            </a:r>
            <a:r>
              <a:rPr lang="en-IN" dirty="0"/>
              <a:t> </a:t>
            </a:r>
            <a:r>
              <a:rPr lang="en-IN" dirty="0" err="1"/>
              <a:t>gozaimasu</a:t>
            </a:r>
            <a:r>
              <a:rPr lang="en-IN" dirty="0"/>
              <a:t>. </a:t>
            </a:r>
          </a:p>
          <a:p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17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21187"/>
            <a:ext cx="7893789" cy="61694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10 kanjis Related to family and Food</a:t>
            </a:r>
            <a:r>
              <a:rPr lang="en-IN" b="1" dirty="0"/>
              <a:t/>
            </a:r>
            <a:br>
              <a:rPr lang="en-IN" b="1" dirty="0"/>
            </a:br>
            <a:r>
              <a:rPr lang="ja-JP" altLang="en-US" dirty="0" smtClean="0"/>
              <a:t>　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031" y="896365"/>
            <a:ext cx="11348983" cy="5673686"/>
          </a:xfrm>
        </p:spPr>
        <p:txBody>
          <a:bodyPr>
            <a:normAutofit/>
          </a:bodyPr>
          <a:lstStyle/>
          <a:p>
            <a:r>
              <a:rPr lang="en-IN" b="1" i="1" dirty="0"/>
              <a:t>Kanji 1: </a:t>
            </a:r>
            <a:r>
              <a:rPr lang="ja-JP" altLang="en-US" b="1" i="1" dirty="0"/>
              <a:t>父（ちち</a:t>
            </a:r>
            <a:r>
              <a:rPr lang="en-IN" b="1" i="1" dirty="0"/>
              <a:t> / </a:t>
            </a:r>
            <a:r>
              <a:rPr lang="ja-JP" altLang="en-US" b="1" i="1" dirty="0"/>
              <a:t>ふ）</a:t>
            </a:r>
            <a:r>
              <a:rPr lang="en-IN" b="1" i="1" dirty="0"/>
              <a:t>– "Father"</a:t>
            </a:r>
          </a:p>
          <a:p>
            <a:pPr lvl="0"/>
            <a:r>
              <a:rPr lang="en-IN" dirty="0"/>
              <a:t>Vocabulary: </a:t>
            </a:r>
            <a:r>
              <a:rPr lang="zh-CN" altLang="en-US" dirty="0"/>
              <a:t>お父さん（おとうさん）</a:t>
            </a:r>
            <a:r>
              <a:rPr lang="en-IN" dirty="0"/>
              <a:t>– father</a:t>
            </a:r>
          </a:p>
          <a:p>
            <a:r>
              <a:rPr lang="en-IN" b="1" i="1" dirty="0" smtClean="0"/>
              <a:t>Kanji </a:t>
            </a:r>
            <a:r>
              <a:rPr lang="en-IN" b="1" i="1" dirty="0"/>
              <a:t>2: </a:t>
            </a:r>
            <a:r>
              <a:rPr lang="ja-JP" altLang="en-US" b="1" i="1" dirty="0"/>
              <a:t>母（はは</a:t>
            </a:r>
            <a:r>
              <a:rPr lang="en-IN" b="1" i="1" dirty="0"/>
              <a:t> / </a:t>
            </a:r>
            <a:r>
              <a:rPr lang="ja-JP" altLang="en-US" b="1" i="1" dirty="0"/>
              <a:t>ぼ）</a:t>
            </a:r>
            <a:r>
              <a:rPr lang="en-IN" b="1" i="1" dirty="0"/>
              <a:t>– "Mother"</a:t>
            </a:r>
          </a:p>
          <a:p>
            <a:pPr lvl="0"/>
            <a:r>
              <a:rPr lang="en-IN" dirty="0"/>
              <a:t>Vocabulary: </a:t>
            </a:r>
            <a:r>
              <a:rPr lang="zh-CN" altLang="en-US" dirty="0"/>
              <a:t>お母さん（おかあさん）</a:t>
            </a:r>
            <a:r>
              <a:rPr lang="en-IN" dirty="0"/>
              <a:t>– mother</a:t>
            </a:r>
          </a:p>
          <a:p>
            <a:r>
              <a:rPr lang="en-IN" b="1" i="1" dirty="0" smtClean="0"/>
              <a:t>Kanji </a:t>
            </a:r>
            <a:r>
              <a:rPr lang="en-IN" b="1" i="1" dirty="0"/>
              <a:t>3: </a:t>
            </a:r>
            <a:r>
              <a:rPr lang="ja-JP" altLang="en-US" b="1" i="1" dirty="0"/>
              <a:t>男（おとこ</a:t>
            </a:r>
            <a:r>
              <a:rPr lang="en-IN" b="1" i="1" dirty="0"/>
              <a:t> / </a:t>
            </a:r>
            <a:r>
              <a:rPr lang="ja-JP" altLang="en-US" b="1" i="1" dirty="0"/>
              <a:t>だん・なん）</a:t>
            </a:r>
            <a:r>
              <a:rPr lang="en-IN" b="1" i="1" dirty="0"/>
              <a:t>– "Man / Male"</a:t>
            </a:r>
          </a:p>
          <a:p>
            <a:pPr lvl="0"/>
            <a:r>
              <a:rPr lang="en-IN" dirty="0"/>
              <a:t>Vocabulary: </a:t>
            </a:r>
            <a:r>
              <a:rPr lang="zh-CN" altLang="en-US" dirty="0"/>
              <a:t>男の人（おとこのひと）</a:t>
            </a:r>
            <a:r>
              <a:rPr lang="en-IN" dirty="0"/>
              <a:t>– man</a:t>
            </a:r>
          </a:p>
          <a:p>
            <a:r>
              <a:rPr lang="en-IN" b="1" i="1" dirty="0" smtClean="0"/>
              <a:t> </a:t>
            </a:r>
            <a:r>
              <a:rPr lang="en-IN" b="1" i="1" dirty="0"/>
              <a:t>Kanji 4: </a:t>
            </a:r>
            <a:r>
              <a:rPr lang="ja-JP" altLang="en-US" b="1" i="1" dirty="0"/>
              <a:t>女（おんな</a:t>
            </a:r>
            <a:r>
              <a:rPr lang="en-IN" b="1" i="1" dirty="0"/>
              <a:t> / </a:t>
            </a:r>
            <a:r>
              <a:rPr lang="ja-JP" altLang="en-US" b="1" i="1" dirty="0"/>
              <a:t>じょ）</a:t>
            </a:r>
            <a:r>
              <a:rPr lang="en-IN" b="1" i="1" dirty="0"/>
              <a:t>– "Woman / Female"</a:t>
            </a:r>
          </a:p>
          <a:p>
            <a:pPr lvl="0"/>
            <a:r>
              <a:rPr lang="en-IN" dirty="0"/>
              <a:t>Vocabulary: </a:t>
            </a:r>
            <a:r>
              <a:rPr lang="zh-CN" altLang="en-US" dirty="0"/>
              <a:t>女の子（おんなのこ）</a:t>
            </a:r>
            <a:r>
              <a:rPr lang="en-IN" dirty="0"/>
              <a:t>– </a:t>
            </a:r>
            <a:r>
              <a:rPr lang="en-IN" dirty="0" smtClean="0"/>
              <a:t>girl</a:t>
            </a:r>
          </a:p>
          <a:p>
            <a:pPr lvl="0"/>
            <a:r>
              <a:rPr lang="en-IN" dirty="0"/>
              <a:t>Kanji </a:t>
            </a:r>
            <a:r>
              <a:rPr lang="en-IN" dirty="0" smtClean="0"/>
              <a:t>5:</a:t>
            </a:r>
            <a:r>
              <a:rPr lang="en-IN" b="1" dirty="0" smtClean="0"/>
              <a:t> </a:t>
            </a:r>
            <a:r>
              <a:rPr lang="ja-JP" altLang="en-US" b="1" dirty="0"/>
              <a:t>妹</a:t>
            </a:r>
            <a:r>
              <a:rPr lang="ja-JP" altLang="en-US" dirty="0"/>
              <a:t>（いもうと） </a:t>
            </a:r>
            <a:r>
              <a:rPr lang="en-US" altLang="ja-JP" dirty="0"/>
              <a:t>— </a:t>
            </a:r>
            <a:r>
              <a:rPr lang="en-IN" i="1" dirty="0"/>
              <a:t>Younger </a:t>
            </a:r>
            <a:r>
              <a:rPr lang="en-IN" i="1" dirty="0" smtClean="0"/>
              <a:t>Sister</a:t>
            </a:r>
          </a:p>
          <a:p>
            <a:pPr lvl="0"/>
            <a:r>
              <a:rPr lang="en-IN" altLang="ja-JP" b="1" dirty="0" smtClean="0"/>
              <a:t>Kanji 6: </a:t>
            </a:r>
            <a:r>
              <a:rPr lang="ja-JP" altLang="en-US" b="1" dirty="0" smtClean="0"/>
              <a:t>兄</a:t>
            </a:r>
            <a:r>
              <a:rPr lang="ja-JP" altLang="en-US" dirty="0"/>
              <a:t>（あに）</a:t>
            </a:r>
            <a:r>
              <a:rPr lang="en-US" altLang="ja-JP" dirty="0"/>
              <a:t>— </a:t>
            </a:r>
            <a:r>
              <a:rPr lang="en-IN" dirty="0"/>
              <a:t>my elder </a:t>
            </a:r>
            <a:r>
              <a:rPr lang="en-IN" dirty="0" smtClean="0"/>
              <a:t>brother</a:t>
            </a:r>
          </a:p>
          <a:p>
            <a:pPr lvl="0"/>
            <a:r>
              <a:rPr lang="en-IN" altLang="ja-JP" b="1" dirty="0" smtClean="0"/>
              <a:t>Kanji 7:</a:t>
            </a:r>
            <a:r>
              <a:rPr lang="ja-JP" altLang="en-US" b="1" dirty="0" smtClean="0"/>
              <a:t>弟</a:t>
            </a:r>
            <a:r>
              <a:rPr lang="ja-JP" altLang="en-US" dirty="0"/>
              <a:t>（おとうと）</a:t>
            </a:r>
            <a:r>
              <a:rPr lang="en-US" altLang="ja-JP" dirty="0"/>
              <a:t>— </a:t>
            </a:r>
            <a:r>
              <a:rPr lang="en-IN" dirty="0"/>
              <a:t>my younger </a:t>
            </a:r>
            <a:r>
              <a:rPr lang="en-IN" dirty="0" smtClean="0"/>
              <a:t>brother</a:t>
            </a:r>
          </a:p>
          <a:p>
            <a:pPr lvl="0"/>
            <a:r>
              <a:rPr lang="en-IN" altLang="ja-JP" b="1" dirty="0" smtClean="0"/>
              <a:t>Kanji 8:</a:t>
            </a:r>
            <a:r>
              <a:rPr lang="ja-JP" altLang="en-US" b="1" dirty="0" smtClean="0"/>
              <a:t>姉</a:t>
            </a:r>
            <a:r>
              <a:rPr lang="ja-JP" altLang="en-US" dirty="0"/>
              <a:t>（あね）</a:t>
            </a:r>
            <a:r>
              <a:rPr lang="en-US" altLang="ja-JP" dirty="0"/>
              <a:t>— </a:t>
            </a:r>
            <a:r>
              <a:rPr lang="en-IN" dirty="0"/>
              <a:t>my older </a:t>
            </a:r>
            <a:r>
              <a:rPr lang="en-IN" dirty="0" smtClean="0"/>
              <a:t>sister</a:t>
            </a:r>
          </a:p>
          <a:p>
            <a:r>
              <a:rPr lang="en-IN" altLang="zh-CN" b="1" dirty="0" smtClean="0"/>
              <a:t>Kanji 9:</a:t>
            </a:r>
            <a:r>
              <a:rPr lang="zh-CN" altLang="en-US" b="1" dirty="0" smtClean="0"/>
              <a:t>食</a:t>
            </a:r>
            <a:r>
              <a:rPr lang="zh-CN" altLang="en-US" b="1" dirty="0"/>
              <a:t>（たべる</a:t>
            </a:r>
            <a:r>
              <a:rPr lang="en-IN" b="1" dirty="0"/>
              <a:t> / </a:t>
            </a:r>
            <a:r>
              <a:rPr lang="zh-CN" altLang="en-US" b="1" dirty="0"/>
              <a:t>しょく）</a:t>
            </a:r>
            <a:r>
              <a:rPr lang="en-IN" dirty="0"/>
              <a:t> – To </a:t>
            </a:r>
            <a:r>
              <a:rPr lang="en-IN" dirty="0" smtClean="0"/>
              <a:t>eat</a:t>
            </a:r>
          </a:p>
          <a:p>
            <a:pPr lvl="0"/>
            <a:r>
              <a:rPr lang="en-IN" altLang="zh-CN" b="1" dirty="0" smtClean="0"/>
              <a:t>Kanji 10:</a:t>
            </a:r>
            <a:r>
              <a:rPr lang="zh-CN" altLang="en-US" b="1" dirty="0" smtClean="0"/>
              <a:t>飲</a:t>
            </a:r>
            <a:r>
              <a:rPr lang="zh-CN" altLang="en-US" b="1" dirty="0"/>
              <a:t>（のむ</a:t>
            </a:r>
            <a:r>
              <a:rPr lang="en-IN" b="1" dirty="0"/>
              <a:t> / </a:t>
            </a:r>
            <a:r>
              <a:rPr lang="zh-CN" altLang="en-US" b="1" dirty="0"/>
              <a:t>いん）</a:t>
            </a:r>
            <a:r>
              <a:rPr lang="en-IN" dirty="0"/>
              <a:t> – To drink</a:t>
            </a:r>
          </a:p>
          <a:p>
            <a:endParaRPr lang="en-IN" dirty="0" smtClean="0"/>
          </a:p>
          <a:p>
            <a:endParaRPr lang="en-IN" dirty="0"/>
          </a:p>
          <a:p>
            <a:pPr lvl="0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1141"/>
          <a:stretch/>
        </p:blipFill>
        <p:spPr>
          <a:xfrm>
            <a:off x="6555037" y="738131"/>
            <a:ext cx="5636964" cy="25889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7371"/>
          <a:stretch/>
        </p:blipFill>
        <p:spPr>
          <a:xfrm>
            <a:off x="6753339" y="3485331"/>
            <a:ext cx="5438662" cy="28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-1"/>
            <a:ext cx="8389548" cy="1255923"/>
          </a:xfrm>
        </p:spPr>
        <p:txBody>
          <a:bodyPr/>
          <a:lstStyle/>
          <a:p>
            <a:r>
              <a:rPr lang="en-IN" dirty="0" smtClean="0"/>
              <a:t>           </a:t>
            </a:r>
            <a:br>
              <a:rPr lang="en-IN" dirty="0" smtClean="0"/>
            </a:br>
            <a:r>
              <a:rPr lang="en-IN" dirty="0" smtClean="0"/>
              <a:t>10 Kanjis Related to Food and Family</a:t>
            </a:r>
            <a:endParaRPr lang="en-IN" dirty="0"/>
          </a:p>
        </p:txBody>
      </p:sp>
      <p:pic>
        <p:nvPicPr>
          <p:cNvPr id="1026" name="Picture 2" descr="https://www.strokeorder.com/assets/bishun/stroke/22985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50" y="1500752"/>
            <a:ext cx="8620373" cy="32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16936" y="5111824"/>
            <a:ext cx="7755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ja-JP" altLang="en-US" b="1" dirty="0"/>
              <a:t>姉</a:t>
            </a:r>
            <a:r>
              <a:rPr lang="ja-JP" altLang="en-US" dirty="0"/>
              <a:t>（あね）</a:t>
            </a:r>
            <a:r>
              <a:rPr lang="en-US" altLang="ja-JP" dirty="0"/>
              <a:t>— </a:t>
            </a:r>
            <a:r>
              <a:rPr lang="en-IN" dirty="0"/>
              <a:t>my older sister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09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-1"/>
            <a:ext cx="8389548" cy="1255923"/>
          </a:xfrm>
        </p:spPr>
        <p:txBody>
          <a:bodyPr/>
          <a:lstStyle/>
          <a:p>
            <a:r>
              <a:rPr lang="en-IN" dirty="0" smtClean="0"/>
              <a:t>           </a:t>
            </a:r>
            <a:br>
              <a:rPr lang="en-IN" dirty="0" smtClean="0"/>
            </a:br>
            <a:r>
              <a:rPr lang="en-IN" dirty="0" smtClean="0"/>
              <a:t>10 Kanjis Related to Food and Family</a:t>
            </a:r>
            <a:endParaRPr lang="en-IN" dirty="0"/>
          </a:p>
        </p:txBody>
      </p:sp>
      <p:pic>
        <p:nvPicPr>
          <p:cNvPr id="5" name="Content Placeholder 4" descr="https://www.strokeorder.com/assets/bishun/stroke/2435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16" y="1476261"/>
            <a:ext cx="7929005" cy="3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28111" y="5425674"/>
            <a:ext cx="5099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/>
              <a:t>弟</a:t>
            </a:r>
            <a:r>
              <a:rPr lang="ja-JP" altLang="en-US" dirty="0"/>
              <a:t>（おとうと）</a:t>
            </a:r>
            <a:r>
              <a:rPr lang="en-US" altLang="ja-JP" dirty="0"/>
              <a:t>— </a:t>
            </a:r>
            <a:r>
              <a:rPr lang="en-IN" dirty="0"/>
              <a:t>my younger brother</a:t>
            </a:r>
          </a:p>
        </p:txBody>
      </p:sp>
    </p:spTree>
    <p:extLst>
      <p:ext uri="{BB962C8B-B14F-4D97-AF65-F5344CB8AC3E}">
        <p14:creationId xmlns:p14="http://schemas.microsoft.com/office/powerpoint/2010/main" val="3823410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-1"/>
            <a:ext cx="8389548" cy="1255923"/>
          </a:xfrm>
        </p:spPr>
        <p:txBody>
          <a:bodyPr/>
          <a:lstStyle/>
          <a:p>
            <a:r>
              <a:rPr lang="en-IN" dirty="0" smtClean="0"/>
              <a:t>           </a:t>
            </a:r>
            <a:br>
              <a:rPr lang="en-IN" dirty="0" smtClean="0"/>
            </a:br>
            <a:r>
              <a:rPr lang="en-IN" dirty="0" smtClean="0"/>
              <a:t>10 Kanjis Related to Food and Family</a:t>
            </a:r>
            <a:endParaRPr lang="en-IN" dirty="0"/>
          </a:p>
        </p:txBody>
      </p:sp>
      <p:pic>
        <p:nvPicPr>
          <p:cNvPr id="2050" name="Picture 2" descr="https://www.icampusj.net/u/sod/59b9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95" y="1524222"/>
            <a:ext cx="3368643" cy="113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upload.wikimedia.org/wikipedia/commons/7/73/%E5%85%84-b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282704"/>
            <a:ext cx="7425369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upload.wikimedia.org/wikipedia/commons/b/b5/%E7%88%B6-b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95" y="4916319"/>
            <a:ext cx="490537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228752" y="5321132"/>
            <a:ext cx="3675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i="1" dirty="0"/>
              <a:t>父（ちち</a:t>
            </a:r>
            <a:r>
              <a:rPr lang="en-IN" b="1" i="1" dirty="0"/>
              <a:t> / </a:t>
            </a:r>
            <a:r>
              <a:rPr lang="ja-JP" altLang="en-US" b="1" i="1" dirty="0"/>
              <a:t>ふ）</a:t>
            </a:r>
            <a:r>
              <a:rPr lang="en-IN" b="1" i="1" dirty="0"/>
              <a:t>– "Father"</a:t>
            </a:r>
            <a:endParaRPr lang="en-IN" b="1" i="1" dirty="0"/>
          </a:p>
        </p:txBody>
      </p:sp>
      <p:sp>
        <p:nvSpPr>
          <p:cNvPr id="6" name="Rectangle 5"/>
          <p:cNvSpPr/>
          <p:nvPr/>
        </p:nvSpPr>
        <p:spPr>
          <a:xfrm>
            <a:off x="7568587" y="3244334"/>
            <a:ext cx="42084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ja-JP" altLang="en-US" b="1" dirty="0"/>
              <a:t>兄</a:t>
            </a:r>
            <a:r>
              <a:rPr lang="ja-JP" altLang="en-US" dirty="0"/>
              <a:t>（あに）</a:t>
            </a:r>
            <a:r>
              <a:rPr lang="en-US" altLang="ja-JP" dirty="0"/>
              <a:t>— </a:t>
            </a:r>
            <a:r>
              <a:rPr lang="en-IN" dirty="0"/>
              <a:t>my elder brother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1622" y="1745572"/>
            <a:ext cx="3742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b="1" dirty="0" smtClean="0"/>
              <a:t> </a:t>
            </a:r>
            <a:r>
              <a:rPr lang="ja-JP" altLang="en-US" b="1" dirty="0"/>
              <a:t>妹</a:t>
            </a:r>
            <a:r>
              <a:rPr lang="ja-JP" altLang="en-US" dirty="0"/>
              <a:t>（いもうと） </a:t>
            </a:r>
            <a:r>
              <a:rPr lang="en-US" altLang="ja-JP" dirty="0"/>
              <a:t>— </a:t>
            </a:r>
            <a:r>
              <a:rPr lang="en-IN" i="1" dirty="0"/>
              <a:t>Younger Sister</a:t>
            </a:r>
          </a:p>
        </p:txBody>
      </p:sp>
    </p:spTree>
    <p:extLst>
      <p:ext uri="{BB962C8B-B14F-4D97-AF65-F5344CB8AC3E}">
        <p14:creationId xmlns:p14="http://schemas.microsoft.com/office/powerpoint/2010/main" val="342405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-1"/>
            <a:ext cx="8389548" cy="1255923"/>
          </a:xfrm>
        </p:spPr>
        <p:txBody>
          <a:bodyPr/>
          <a:lstStyle/>
          <a:p>
            <a:r>
              <a:rPr lang="en-IN" dirty="0" smtClean="0"/>
              <a:t>           </a:t>
            </a:r>
            <a:br>
              <a:rPr lang="en-IN" dirty="0" smtClean="0"/>
            </a:br>
            <a:r>
              <a:rPr lang="en-IN" dirty="0" smtClean="0"/>
              <a:t>10 Kanjis Related to Food and Family</a:t>
            </a:r>
            <a:endParaRPr lang="en-IN" dirty="0"/>
          </a:p>
        </p:txBody>
      </p:sp>
      <p:pic>
        <p:nvPicPr>
          <p:cNvPr id="2056" name="Picture 8" descr="https://www.strokeorder.com/assets/bishun/stroke/27597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" t="-234" r="-441" b="49841"/>
          <a:stretch/>
        </p:blipFill>
        <p:spPr bwMode="auto">
          <a:xfrm>
            <a:off x="509377" y="1707615"/>
            <a:ext cx="10001250" cy="243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44059"/>
            <a:ext cx="8596668" cy="4697304"/>
          </a:xfrm>
        </p:spPr>
        <p:txBody>
          <a:bodyPr/>
          <a:lstStyle/>
          <a:p>
            <a:r>
              <a:rPr lang="ja-JP" altLang="en-US" b="1" i="1" dirty="0"/>
              <a:t>母（はは</a:t>
            </a:r>
            <a:r>
              <a:rPr lang="en-IN" b="1" i="1" dirty="0"/>
              <a:t> / </a:t>
            </a:r>
            <a:r>
              <a:rPr lang="ja-JP" altLang="en-US" b="1" i="1" dirty="0"/>
              <a:t>ぼ）</a:t>
            </a:r>
            <a:r>
              <a:rPr lang="en-IN" b="1" i="1" dirty="0"/>
              <a:t>– "Mother"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3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-1"/>
            <a:ext cx="8389548" cy="790223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</a:t>
            </a:r>
            <a:br>
              <a:rPr lang="en-IN" dirty="0" smtClean="0"/>
            </a:br>
            <a:r>
              <a:rPr lang="en-IN" dirty="0" smtClean="0"/>
              <a:t>10 Kanjis Related to Food and Family</a:t>
            </a:r>
            <a:endParaRPr lang="en-IN" dirty="0"/>
          </a:p>
        </p:txBody>
      </p:sp>
      <p:pic>
        <p:nvPicPr>
          <p:cNvPr id="5124" name="Picture 4" descr="https://www.strokeorder.com/assets/bishun/stroke/3000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82" y="1211896"/>
            <a:ext cx="7929005" cy="329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upload.wikimedia.org/wikipedia/commons/e/e9/%E5%A5%B3-b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086" y="4927070"/>
            <a:ext cx="462915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076240" y="6022446"/>
            <a:ext cx="55739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i="1" dirty="0" smtClean="0"/>
              <a:t>                女</a:t>
            </a:r>
            <a:r>
              <a:rPr lang="ja-JP" altLang="en-US" b="1" i="1" dirty="0"/>
              <a:t>（おんな</a:t>
            </a:r>
            <a:r>
              <a:rPr lang="en-IN" b="1" i="1" dirty="0"/>
              <a:t> / </a:t>
            </a:r>
            <a:r>
              <a:rPr lang="ja-JP" altLang="en-US" b="1" i="1" dirty="0"/>
              <a:t>じょ）</a:t>
            </a:r>
            <a:r>
              <a:rPr lang="en-IN" b="1" i="1" dirty="0"/>
              <a:t>– "Woman / Female"</a:t>
            </a:r>
            <a:endParaRPr lang="en-IN" b="1" i="1" dirty="0"/>
          </a:p>
        </p:txBody>
      </p:sp>
      <p:sp>
        <p:nvSpPr>
          <p:cNvPr id="9" name="Rectangle 8"/>
          <p:cNvSpPr/>
          <p:nvPr/>
        </p:nvSpPr>
        <p:spPr>
          <a:xfrm>
            <a:off x="5805889" y="3244334"/>
            <a:ext cx="41313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i="1" dirty="0"/>
              <a:t>男（おとこ</a:t>
            </a:r>
            <a:r>
              <a:rPr lang="en-IN" b="1" i="1" dirty="0"/>
              <a:t> / </a:t>
            </a:r>
            <a:r>
              <a:rPr lang="ja-JP" altLang="en-US" b="1" i="1" dirty="0"/>
              <a:t>だ</a:t>
            </a:r>
            <a:r>
              <a:rPr lang="ja-JP" altLang="en-US" b="1" i="1" dirty="0" smtClean="0"/>
              <a:t>ん）</a:t>
            </a:r>
            <a:r>
              <a:rPr lang="en-IN" b="1" i="1" dirty="0"/>
              <a:t>– "Man / Male"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502054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199" y="136002"/>
            <a:ext cx="8389548" cy="790223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</a:t>
            </a:r>
            <a:br>
              <a:rPr lang="en-IN" dirty="0" smtClean="0"/>
            </a:br>
            <a:r>
              <a:rPr lang="en-IN" dirty="0" smtClean="0"/>
              <a:t>10 Kanjis Related to Food and Family</a:t>
            </a:r>
            <a:endParaRPr lang="en-IN" dirty="0"/>
          </a:p>
        </p:txBody>
      </p:sp>
      <p:pic>
        <p:nvPicPr>
          <p:cNvPr id="7170" name="Picture 2" descr="https://www.icampusj.net/u/sod/98df.gif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6"/>
          <a:stretch/>
        </p:blipFill>
        <p:spPr bwMode="auto">
          <a:xfrm>
            <a:off x="209321" y="1868503"/>
            <a:ext cx="4822782" cy="188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www.icampusj.net/u/sod/98f2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7"/>
          <a:stretch/>
        </p:blipFill>
        <p:spPr bwMode="auto">
          <a:xfrm>
            <a:off x="5564857" y="3525398"/>
            <a:ext cx="5396926" cy="247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88095" y="1784733"/>
            <a:ext cx="5266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/>
              <a:t>食（たべる</a:t>
            </a:r>
            <a:r>
              <a:rPr lang="en-IN" b="1" dirty="0"/>
              <a:t> / </a:t>
            </a:r>
            <a:r>
              <a:rPr lang="zh-CN" altLang="en-US" b="1" dirty="0"/>
              <a:t>しょく）</a:t>
            </a:r>
            <a:r>
              <a:rPr lang="en-IN" dirty="0"/>
              <a:t> – To </a:t>
            </a:r>
            <a:r>
              <a:rPr lang="en-IN" dirty="0" smtClean="0"/>
              <a:t>eat</a:t>
            </a:r>
          </a:p>
          <a:p>
            <a:pPr lvl="0"/>
            <a:r>
              <a:rPr lang="en-IN" dirty="0" smtClean="0"/>
              <a:t>Vocabulary</a:t>
            </a:r>
            <a:r>
              <a:rPr lang="en-IN" dirty="0"/>
              <a:t>: </a:t>
            </a:r>
            <a:r>
              <a:rPr lang="zh-CN" altLang="en-US" dirty="0"/>
              <a:t>食べます（たべます）</a:t>
            </a:r>
            <a:r>
              <a:rPr lang="en-IN" dirty="0"/>
              <a:t>– to eat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09321" y="4200169"/>
            <a:ext cx="4822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/>
              <a:t>飲（のむ</a:t>
            </a:r>
            <a:r>
              <a:rPr lang="en-IN" b="1" dirty="0"/>
              <a:t> / </a:t>
            </a:r>
            <a:r>
              <a:rPr lang="zh-CN" altLang="en-US" b="1" dirty="0"/>
              <a:t>いん）</a:t>
            </a:r>
            <a:r>
              <a:rPr lang="en-IN" dirty="0"/>
              <a:t> – To </a:t>
            </a:r>
            <a:r>
              <a:rPr lang="en-IN" dirty="0" smtClean="0"/>
              <a:t>drink</a:t>
            </a:r>
          </a:p>
          <a:p>
            <a:pPr lvl="0"/>
            <a:r>
              <a:rPr lang="en-IN" dirty="0" smtClean="0"/>
              <a:t>Vocabulary</a:t>
            </a:r>
            <a:r>
              <a:rPr lang="en-IN" dirty="0"/>
              <a:t>: </a:t>
            </a:r>
            <a:r>
              <a:rPr lang="zh-CN" altLang="en-US" dirty="0"/>
              <a:t>飲みます（のみます）</a:t>
            </a:r>
            <a:r>
              <a:rPr lang="en-IN" dirty="0"/>
              <a:t>– to drink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954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24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799</TotalTime>
  <Words>898</Words>
  <Application>Microsoft Office PowerPoint</Application>
  <PresentationFormat>Widescreen</PresentationFormat>
  <Paragraphs>234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メイリオ</vt:lpstr>
      <vt:lpstr>华文新魏</vt:lpstr>
      <vt:lpstr>Arial</vt:lpstr>
      <vt:lpstr>Trebuchet MS</vt:lpstr>
      <vt:lpstr>Wingdings</vt:lpstr>
      <vt:lpstr>Wingdings 3</vt:lpstr>
      <vt:lpstr>Facet</vt:lpstr>
      <vt:lpstr>MODULE 3</vt:lpstr>
      <vt:lpstr>Watashino kazoku (わたしの　かぞく）</vt:lpstr>
      <vt:lpstr>Watashino kazoku (わたしの　かぞく）</vt:lpstr>
      <vt:lpstr>Watashino kazoku (わたしの　かぞく）</vt:lpstr>
      <vt:lpstr>Watashino kazoku (わたしの　かぞく）</vt:lpstr>
      <vt:lpstr>Watashino kazoku (わたしの　かぞく）</vt:lpstr>
      <vt:lpstr>Watashino kazoku (わたしの　かぞく）</vt:lpstr>
      <vt:lpstr>Sukina tabemono -すきな　たべもの</vt:lpstr>
      <vt:lpstr>Sukina tabemono -すきな　たべもの</vt:lpstr>
      <vt:lpstr>Sukina tabemono -すきな　たべもの</vt:lpstr>
      <vt:lpstr>Sukina tabemono -すきな　たべもの</vt:lpstr>
      <vt:lpstr>Hitotsu kudasai ーひとつ　ください</vt:lpstr>
      <vt:lpstr>Hitotsu kudasai ーひとつ　ください</vt:lpstr>
      <vt:lpstr>Hitotsu kudasai ーひとつ　ください</vt:lpstr>
      <vt:lpstr>Hitotsu kudasai ーひとつ　ください</vt:lpstr>
      <vt:lpstr>10 kanjis Related to family and Food 　</vt:lpstr>
      <vt:lpstr>            10 Kanjis Related to Food and Family</vt:lpstr>
      <vt:lpstr>            10 Kanjis Related to Food and Family</vt:lpstr>
      <vt:lpstr>            10 Kanjis Related to Food and Family</vt:lpstr>
      <vt:lpstr>            10 Kanjis Related to Food and Family</vt:lpstr>
      <vt:lpstr>            10 Kanjis Related to Food and Family</vt:lpstr>
      <vt:lpstr>            10 Kanjis Related to Food and Family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AISATSU (GREETINGS )</dc:title>
  <dc:creator>Jayashree</dc:creator>
  <cp:lastModifiedBy>Microsoft account</cp:lastModifiedBy>
  <cp:revision>147</cp:revision>
  <dcterms:created xsi:type="dcterms:W3CDTF">2022-08-10T08:37:46Z</dcterms:created>
  <dcterms:modified xsi:type="dcterms:W3CDTF">2026-02-05T14:13:15Z</dcterms:modified>
</cp:coreProperties>
</file>